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5" r:id="rId9"/>
    <p:sldId id="266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36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F30EF8-C2A3-4672-B6A9-53E2C4F962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C85F997-5EFF-42E0-95D2-CBBE8DC10DDF}">
      <dgm:prSet/>
      <dgm:spPr/>
      <dgm:t>
        <a:bodyPr/>
        <a:lstStyle/>
        <a:p>
          <a:r>
            <a:rPr lang="pl-PL" dirty="0">
              <a:latin typeface="Abadi" panose="020B0604020104020204" pitchFamily="34" charset="0"/>
            </a:rPr>
            <a:t>Rozrost glonów w środowisku naturalnym jest zjawiskiem złożonym i zależnym od wielu czynników. Aby lepiej zrozumieć mechanizmy tego procesu, możemy wykorzystać modelowanie komputerowe. W programie skupiono się na symulacji wzrostu glonów przy użyciu L-systemów (systemów </a:t>
          </a:r>
          <a:r>
            <a:rPr lang="pl-PL" dirty="0" err="1">
              <a:latin typeface="Abadi" panose="020B0604020104020204" pitchFamily="34" charset="0"/>
            </a:rPr>
            <a:t>Lindenmayera</a:t>
          </a:r>
          <a:r>
            <a:rPr lang="pl-PL" dirty="0">
              <a:latin typeface="Abadi" panose="020B0604020104020204" pitchFamily="34" charset="0"/>
            </a:rPr>
            <a:t>), które są formalnymi gramatykami stosowanymi do modelowania wzrostu roślinnych struktur.</a:t>
          </a:r>
          <a:endParaRPr lang="en-US" dirty="0">
            <a:latin typeface="Abadi" panose="020B0604020104020204" pitchFamily="34" charset="0"/>
          </a:endParaRPr>
        </a:p>
      </dgm:t>
    </dgm:pt>
    <dgm:pt modelId="{1FF4BF81-BA0C-442D-B200-AED9AE24FBFE}" type="parTrans" cxnId="{5728C331-84C9-4C11-B1F7-C6CFEE77A062}">
      <dgm:prSet/>
      <dgm:spPr/>
      <dgm:t>
        <a:bodyPr/>
        <a:lstStyle/>
        <a:p>
          <a:endParaRPr lang="en-US"/>
        </a:p>
      </dgm:t>
    </dgm:pt>
    <dgm:pt modelId="{E929D676-4618-41E6-A02D-4F5F8D5D5479}" type="sibTrans" cxnId="{5728C331-84C9-4C11-B1F7-C6CFEE77A062}">
      <dgm:prSet/>
      <dgm:spPr/>
      <dgm:t>
        <a:bodyPr/>
        <a:lstStyle/>
        <a:p>
          <a:endParaRPr lang="en-US"/>
        </a:p>
      </dgm:t>
    </dgm:pt>
    <dgm:pt modelId="{13EB4D88-FAD1-46EC-9F18-ADED821DC586}">
      <dgm:prSet/>
      <dgm:spPr/>
      <dgm:t>
        <a:bodyPr/>
        <a:lstStyle/>
        <a:p>
          <a:r>
            <a:rPr lang="pl-PL" dirty="0">
              <a:latin typeface="Abadi" panose="020B0604020104020204" pitchFamily="34" charset="0"/>
            </a:rPr>
            <a:t>Cel to dowiedzieć się, jak różne parametry L-systemu wpływają na wzorce wzrostu glonów. Celem jest stworzenie programu, który pozwoli na wizualizację i analizę tych wzorców poprzez symulacje komputerowe.</a:t>
          </a:r>
          <a:endParaRPr lang="en-US" dirty="0">
            <a:latin typeface="Abadi" panose="020B0604020104020204" pitchFamily="34" charset="0"/>
          </a:endParaRPr>
        </a:p>
      </dgm:t>
    </dgm:pt>
    <dgm:pt modelId="{11476FC8-5002-4D5E-A7D4-F6BA3CB5A35E}" type="parTrans" cxnId="{D8E36E77-0BFD-4AD3-A2C1-803E9EECB314}">
      <dgm:prSet/>
      <dgm:spPr/>
      <dgm:t>
        <a:bodyPr/>
        <a:lstStyle/>
        <a:p>
          <a:endParaRPr lang="en-US"/>
        </a:p>
      </dgm:t>
    </dgm:pt>
    <dgm:pt modelId="{FF64BEE9-5D69-4C63-AA01-FC8B4A9DBE3A}" type="sibTrans" cxnId="{D8E36E77-0BFD-4AD3-A2C1-803E9EECB314}">
      <dgm:prSet/>
      <dgm:spPr/>
      <dgm:t>
        <a:bodyPr/>
        <a:lstStyle/>
        <a:p>
          <a:endParaRPr lang="en-US"/>
        </a:p>
      </dgm:t>
    </dgm:pt>
    <dgm:pt modelId="{0B85915A-F146-47EE-B853-A2BCE0821076}" type="pres">
      <dgm:prSet presAssocID="{EFF30EF8-C2A3-4672-B6A9-53E2C4F962E6}" presName="root" presStyleCnt="0">
        <dgm:presLayoutVars>
          <dgm:dir/>
          <dgm:resizeHandles val="exact"/>
        </dgm:presLayoutVars>
      </dgm:prSet>
      <dgm:spPr/>
    </dgm:pt>
    <dgm:pt modelId="{B6F5405A-AAE2-4DBC-9107-300174946AD1}" type="pres">
      <dgm:prSet presAssocID="{7C85F997-5EFF-42E0-95D2-CBBE8DC10DDF}" presName="compNode" presStyleCnt="0"/>
      <dgm:spPr/>
    </dgm:pt>
    <dgm:pt modelId="{6011B83E-0BED-4F22-86C6-C8540263C7DC}" type="pres">
      <dgm:prSet presAssocID="{7C85F997-5EFF-42E0-95D2-CBBE8DC10DDF}" presName="bgRect" presStyleLbl="bgShp" presStyleIdx="0" presStyleCnt="2"/>
      <dgm:spPr/>
    </dgm:pt>
    <dgm:pt modelId="{BF794158-6F4A-4CC9-ABFF-F84B29544D82}" type="pres">
      <dgm:prSet presAssocID="{7C85F997-5EFF-42E0-95D2-CBBE8DC10DD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dorosty z wypełnieniem pełnym"/>
        </a:ext>
      </dgm:extLst>
    </dgm:pt>
    <dgm:pt modelId="{C73E34C9-536B-4A65-B842-1940B2F07343}" type="pres">
      <dgm:prSet presAssocID="{7C85F997-5EFF-42E0-95D2-CBBE8DC10DDF}" presName="spaceRect" presStyleCnt="0"/>
      <dgm:spPr/>
    </dgm:pt>
    <dgm:pt modelId="{497C8E96-93DF-4639-AFC0-5477B2A07B1B}" type="pres">
      <dgm:prSet presAssocID="{7C85F997-5EFF-42E0-95D2-CBBE8DC10DDF}" presName="parTx" presStyleLbl="revTx" presStyleIdx="0" presStyleCnt="2" custScaleX="105890">
        <dgm:presLayoutVars>
          <dgm:chMax val="0"/>
          <dgm:chPref val="0"/>
        </dgm:presLayoutVars>
      </dgm:prSet>
      <dgm:spPr/>
    </dgm:pt>
    <dgm:pt modelId="{36A5884D-9999-42DC-8857-28FF34ADA255}" type="pres">
      <dgm:prSet presAssocID="{E929D676-4618-41E6-A02D-4F5F8D5D5479}" presName="sibTrans" presStyleCnt="0"/>
      <dgm:spPr/>
    </dgm:pt>
    <dgm:pt modelId="{FDB9546E-4273-46CC-BD3F-7F9B5D12D880}" type="pres">
      <dgm:prSet presAssocID="{13EB4D88-FAD1-46EC-9F18-ADED821DC586}" presName="compNode" presStyleCnt="0"/>
      <dgm:spPr/>
    </dgm:pt>
    <dgm:pt modelId="{B57FFAAF-E6C4-4EFB-BF55-F9CAA8EF2B04}" type="pres">
      <dgm:prSet presAssocID="{13EB4D88-FAD1-46EC-9F18-ADED821DC586}" presName="bgRect" presStyleLbl="bgShp" presStyleIdx="1" presStyleCnt="2"/>
      <dgm:spPr/>
    </dgm:pt>
    <dgm:pt modelId="{851C212C-858B-4122-B5C1-E0EFF4AD7CCD}" type="pres">
      <dgm:prSet presAssocID="{13EB4D88-FAD1-46EC-9F18-ADED821DC5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6DFD4113-FF41-4BE8-8D8F-723B9B118C98}" type="pres">
      <dgm:prSet presAssocID="{13EB4D88-FAD1-46EC-9F18-ADED821DC586}" presName="spaceRect" presStyleCnt="0"/>
      <dgm:spPr/>
    </dgm:pt>
    <dgm:pt modelId="{1A290DEF-E84C-4E03-880C-829F61D42810}" type="pres">
      <dgm:prSet presAssocID="{13EB4D88-FAD1-46EC-9F18-ADED821DC58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728C331-84C9-4C11-B1F7-C6CFEE77A062}" srcId="{EFF30EF8-C2A3-4672-B6A9-53E2C4F962E6}" destId="{7C85F997-5EFF-42E0-95D2-CBBE8DC10DDF}" srcOrd="0" destOrd="0" parTransId="{1FF4BF81-BA0C-442D-B200-AED9AE24FBFE}" sibTransId="{E929D676-4618-41E6-A02D-4F5F8D5D5479}"/>
    <dgm:cxn modelId="{9C81A038-4241-43E9-82E0-5EF72CF34757}" type="presOf" srcId="{7C85F997-5EFF-42E0-95D2-CBBE8DC10DDF}" destId="{497C8E96-93DF-4639-AFC0-5477B2A07B1B}" srcOrd="0" destOrd="0" presId="urn:microsoft.com/office/officeart/2018/2/layout/IconVerticalSolidList"/>
    <dgm:cxn modelId="{A039316A-7DEC-4BE5-9C91-13DE5EEC86DA}" type="presOf" srcId="{13EB4D88-FAD1-46EC-9F18-ADED821DC586}" destId="{1A290DEF-E84C-4E03-880C-829F61D42810}" srcOrd="0" destOrd="0" presId="urn:microsoft.com/office/officeart/2018/2/layout/IconVerticalSolidList"/>
    <dgm:cxn modelId="{D8E36E77-0BFD-4AD3-A2C1-803E9EECB314}" srcId="{EFF30EF8-C2A3-4672-B6A9-53E2C4F962E6}" destId="{13EB4D88-FAD1-46EC-9F18-ADED821DC586}" srcOrd="1" destOrd="0" parTransId="{11476FC8-5002-4D5E-A7D4-F6BA3CB5A35E}" sibTransId="{FF64BEE9-5D69-4C63-AA01-FC8B4A9DBE3A}"/>
    <dgm:cxn modelId="{5F48347C-9476-4D8E-97B8-40348E517A94}" type="presOf" srcId="{EFF30EF8-C2A3-4672-B6A9-53E2C4F962E6}" destId="{0B85915A-F146-47EE-B853-A2BCE0821076}" srcOrd="0" destOrd="0" presId="urn:microsoft.com/office/officeart/2018/2/layout/IconVerticalSolidList"/>
    <dgm:cxn modelId="{824B8C65-F50A-4DF5-ACF7-9C08915257E5}" type="presParOf" srcId="{0B85915A-F146-47EE-B853-A2BCE0821076}" destId="{B6F5405A-AAE2-4DBC-9107-300174946AD1}" srcOrd="0" destOrd="0" presId="urn:microsoft.com/office/officeart/2018/2/layout/IconVerticalSolidList"/>
    <dgm:cxn modelId="{68BDF0D3-5416-496B-B531-4B119801ABA6}" type="presParOf" srcId="{B6F5405A-AAE2-4DBC-9107-300174946AD1}" destId="{6011B83E-0BED-4F22-86C6-C8540263C7DC}" srcOrd="0" destOrd="0" presId="urn:microsoft.com/office/officeart/2018/2/layout/IconVerticalSolidList"/>
    <dgm:cxn modelId="{52295369-F54D-469F-A1AB-991EC5AF6DFD}" type="presParOf" srcId="{B6F5405A-AAE2-4DBC-9107-300174946AD1}" destId="{BF794158-6F4A-4CC9-ABFF-F84B29544D82}" srcOrd="1" destOrd="0" presId="urn:microsoft.com/office/officeart/2018/2/layout/IconVerticalSolidList"/>
    <dgm:cxn modelId="{9825CC86-A8FE-4114-9B88-8EED4ACC0CD8}" type="presParOf" srcId="{B6F5405A-AAE2-4DBC-9107-300174946AD1}" destId="{C73E34C9-536B-4A65-B842-1940B2F07343}" srcOrd="2" destOrd="0" presId="urn:microsoft.com/office/officeart/2018/2/layout/IconVerticalSolidList"/>
    <dgm:cxn modelId="{39C99523-E77F-46FA-A681-F95153F4FD8C}" type="presParOf" srcId="{B6F5405A-AAE2-4DBC-9107-300174946AD1}" destId="{497C8E96-93DF-4639-AFC0-5477B2A07B1B}" srcOrd="3" destOrd="0" presId="urn:microsoft.com/office/officeart/2018/2/layout/IconVerticalSolidList"/>
    <dgm:cxn modelId="{3567BEBB-6172-4757-9447-6594FCE3F74E}" type="presParOf" srcId="{0B85915A-F146-47EE-B853-A2BCE0821076}" destId="{36A5884D-9999-42DC-8857-28FF34ADA255}" srcOrd="1" destOrd="0" presId="urn:microsoft.com/office/officeart/2018/2/layout/IconVerticalSolidList"/>
    <dgm:cxn modelId="{337A6569-CCEA-4A9E-A22C-5120A3971ABE}" type="presParOf" srcId="{0B85915A-F146-47EE-B853-A2BCE0821076}" destId="{FDB9546E-4273-46CC-BD3F-7F9B5D12D880}" srcOrd="2" destOrd="0" presId="urn:microsoft.com/office/officeart/2018/2/layout/IconVerticalSolidList"/>
    <dgm:cxn modelId="{D74C1A51-E384-424E-A3EB-55010738D50B}" type="presParOf" srcId="{FDB9546E-4273-46CC-BD3F-7F9B5D12D880}" destId="{B57FFAAF-E6C4-4EFB-BF55-F9CAA8EF2B04}" srcOrd="0" destOrd="0" presId="urn:microsoft.com/office/officeart/2018/2/layout/IconVerticalSolidList"/>
    <dgm:cxn modelId="{EC38F573-ED8A-43E8-9702-F1F178706104}" type="presParOf" srcId="{FDB9546E-4273-46CC-BD3F-7F9B5D12D880}" destId="{851C212C-858B-4122-B5C1-E0EFF4AD7CCD}" srcOrd="1" destOrd="0" presId="urn:microsoft.com/office/officeart/2018/2/layout/IconVerticalSolidList"/>
    <dgm:cxn modelId="{EFC588F0-C6BC-48BF-8838-0111CA3F1C2C}" type="presParOf" srcId="{FDB9546E-4273-46CC-BD3F-7F9B5D12D880}" destId="{6DFD4113-FF41-4BE8-8D8F-723B9B118C98}" srcOrd="2" destOrd="0" presId="urn:microsoft.com/office/officeart/2018/2/layout/IconVerticalSolidList"/>
    <dgm:cxn modelId="{064D28FF-6786-467E-9AD2-E4D3D09AEE0A}" type="presParOf" srcId="{FDB9546E-4273-46CC-BD3F-7F9B5D12D880}" destId="{1A290DEF-E84C-4E03-880C-829F61D428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948E3A-0D44-4B79-93ED-0CC6D54DA479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D8247B-EB6A-4587-A836-3170B9D4AD6F}">
      <dgm:prSet/>
      <dgm:spPr/>
      <dgm:t>
        <a:bodyPr/>
        <a:lstStyle/>
        <a:p>
          <a:r>
            <a:rPr lang="pl-PL" b="1" dirty="0">
              <a:latin typeface="Abadi" panose="020B0604020104020204" pitchFamily="34" charset="0"/>
            </a:rPr>
            <a:t>Pomysł na program</a:t>
          </a:r>
          <a:endParaRPr lang="en-US" dirty="0">
            <a:latin typeface="Abadi" panose="020B0604020104020204" pitchFamily="34" charset="0"/>
          </a:endParaRPr>
        </a:p>
      </dgm:t>
    </dgm:pt>
    <dgm:pt modelId="{EF75A348-130E-46C8-ADEA-0589090881B9}" type="parTrans" cxnId="{16892E05-794A-456F-B590-6F2D8F080066}">
      <dgm:prSet/>
      <dgm:spPr/>
      <dgm:t>
        <a:bodyPr/>
        <a:lstStyle/>
        <a:p>
          <a:endParaRPr lang="en-US"/>
        </a:p>
      </dgm:t>
    </dgm:pt>
    <dgm:pt modelId="{FEAD66D4-A438-4B58-BEF4-2F2E7D00E560}" type="sibTrans" cxnId="{16892E05-794A-456F-B590-6F2D8F080066}">
      <dgm:prSet/>
      <dgm:spPr/>
      <dgm:t>
        <a:bodyPr/>
        <a:lstStyle/>
        <a:p>
          <a:endParaRPr lang="en-US"/>
        </a:p>
      </dgm:t>
    </dgm:pt>
    <dgm:pt modelId="{6F1840E2-B587-4DB9-9ED1-256318D9A39B}">
      <dgm:prSet custT="1"/>
      <dgm:spPr/>
      <dgm:t>
        <a:bodyPr/>
        <a:lstStyle/>
        <a:p>
          <a:r>
            <a:rPr lang="pl-PL" sz="1800" dirty="0">
              <a:latin typeface="Abadi" panose="020B0604020104020204" pitchFamily="34" charset="0"/>
            </a:rPr>
            <a:t>Program został zbudowany w języku C. Jego głównym celem jest odczytanie parametrów symulacji z pliku konfiguracyjnego config.txt, a następnie symulacja rozrostu glonów przy użyciu L-systemu. Wyniki symulacji są wizualizowane oraz zapisywane do pliku txt, co pozwala na analizę wzorców wzrostu.</a:t>
          </a:r>
          <a:endParaRPr lang="en-US" sz="1800" dirty="0">
            <a:latin typeface="Abadi" panose="020B0604020104020204" pitchFamily="34" charset="0"/>
          </a:endParaRPr>
        </a:p>
      </dgm:t>
    </dgm:pt>
    <dgm:pt modelId="{2101257E-12C4-4B41-A4CA-3F99009F3407}" type="parTrans" cxnId="{3DF23EA4-962A-410F-9215-F7FE3CD316FE}">
      <dgm:prSet/>
      <dgm:spPr/>
      <dgm:t>
        <a:bodyPr/>
        <a:lstStyle/>
        <a:p>
          <a:endParaRPr lang="en-US"/>
        </a:p>
      </dgm:t>
    </dgm:pt>
    <dgm:pt modelId="{BCE78429-532A-4DEA-AF50-B02C60417D7F}" type="sibTrans" cxnId="{3DF23EA4-962A-410F-9215-F7FE3CD316FE}">
      <dgm:prSet/>
      <dgm:spPr/>
      <dgm:t>
        <a:bodyPr/>
        <a:lstStyle/>
        <a:p>
          <a:endParaRPr lang="en-US"/>
        </a:p>
      </dgm:t>
    </dgm:pt>
    <dgm:pt modelId="{8F01AF7C-5AC2-4DF6-9273-528D2FB25DC8}">
      <dgm:prSet/>
      <dgm:spPr/>
      <dgm:t>
        <a:bodyPr/>
        <a:lstStyle/>
        <a:p>
          <a:r>
            <a:rPr lang="pl-PL" b="1" dirty="0">
              <a:latin typeface="Abadi" panose="020B0604020104020204" pitchFamily="34" charset="0"/>
            </a:rPr>
            <a:t>Funkcjonalności programu</a:t>
          </a:r>
          <a:endParaRPr lang="en-US" dirty="0">
            <a:latin typeface="Abadi" panose="020B0604020104020204" pitchFamily="34" charset="0"/>
          </a:endParaRPr>
        </a:p>
      </dgm:t>
    </dgm:pt>
    <dgm:pt modelId="{8FCA8A5B-2A96-46BE-B17A-4576F9F50652}" type="parTrans" cxnId="{3A1A5D21-8D17-41EF-8027-9BA186BE5F14}">
      <dgm:prSet/>
      <dgm:spPr/>
      <dgm:t>
        <a:bodyPr/>
        <a:lstStyle/>
        <a:p>
          <a:endParaRPr lang="en-US"/>
        </a:p>
      </dgm:t>
    </dgm:pt>
    <dgm:pt modelId="{BC4F8EA7-A623-4E5A-AC52-E40E1BDA0EB1}" type="sibTrans" cxnId="{3A1A5D21-8D17-41EF-8027-9BA186BE5F14}">
      <dgm:prSet/>
      <dgm:spPr/>
      <dgm:t>
        <a:bodyPr/>
        <a:lstStyle/>
        <a:p>
          <a:endParaRPr lang="en-US"/>
        </a:p>
      </dgm:t>
    </dgm:pt>
    <dgm:pt modelId="{48C00CF9-7B0E-4940-B46F-773CFCB9869C}">
      <dgm:prSet custT="1"/>
      <dgm:spPr/>
      <dgm:t>
        <a:bodyPr/>
        <a:lstStyle/>
        <a:p>
          <a:r>
            <a:rPr lang="pl-PL" sz="1800" b="1" dirty="0">
              <a:latin typeface="Abadi" panose="020B0604020104020204" pitchFamily="34" charset="0"/>
            </a:rPr>
            <a:t>Odczyt parametrów </a:t>
          </a:r>
          <a:r>
            <a:rPr lang="pl-PL" sz="1800" dirty="0">
              <a:latin typeface="Abadi" panose="020B0604020104020204" pitchFamily="34" charset="0"/>
            </a:rPr>
            <a:t>z pliku konfiguracyjnego config.txt</a:t>
          </a:r>
          <a:endParaRPr lang="en-US" sz="1800" dirty="0">
            <a:latin typeface="Abadi" panose="020B0604020104020204" pitchFamily="34" charset="0"/>
          </a:endParaRPr>
        </a:p>
      </dgm:t>
    </dgm:pt>
    <dgm:pt modelId="{728CD0EB-BC99-489A-A079-ACA0A1766877}" type="parTrans" cxnId="{738415B6-4336-49CB-B1C9-06BE8212AB68}">
      <dgm:prSet/>
      <dgm:spPr/>
      <dgm:t>
        <a:bodyPr/>
        <a:lstStyle/>
        <a:p>
          <a:endParaRPr lang="en-US"/>
        </a:p>
      </dgm:t>
    </dgm:pt>
    <dgm:pt modelId="{24E9F43D-5CA0-4248-A228-996B559E9602}" type="sibTrans" cxnId="{738415B6-4336-49CB-B1C9-06BE8212AB68}">
      <dgm:prSet/>
      <dgm:spPr/>
      <dgm:t>
        <a:bodyPr/>
        <a:lstStyle/>
        <a:p>
          <a:endParaRPr lang="en-US"/>
        </a:p>
      </dgm:t>
    </dgm:pt>
    <dgm:pt modelId="{27B5E4AC-040B-4C24-9205-087A59DE395A}">
      <dgm:prSet custT="1"/>
      <dgm:spPr/>
      <dgm:t>
        <a:bodyPr/>
        <a:lstStyle/>
        <a:p>
          <a:r>
            <a:rPr lang="pl-PL" sz="1800" b="1" dirty="0">
              <a:latin typeface="Abadi" panose="020B0604020104020204" pitchFamily="34" charset="0"/>
            </a:rPr>
            <a:t>Symulacja L-systemu </a:t>
          </a:r>
          <a:r>
            <a:rPr lang="pl-PL" sz="1800" dirty="0">
              <a:latin typeface="Abadi" panose="020B0604020104020204" pitchFamily="34" charset="0"/>
            </a:rPr>
            <a:t>- Na podstawie odczytanych parametrów, program generuje kolejne iteracje L-systemu.</a:t>
          </a:r>
          <a:endParaRPr lang="en-US" sz="1800" dirty="0">
            <a:latin typeface="Abadi" panose="020B0604020104020204" pitchFamily="34" charset="0"/>
          </a:endParaRPr>
        </a:p>
      </dgm:t>
    </dgm:pt>
    <dgm:pt modelId="{8D95DB4D-5837-45CF-9B9C-7BBD15D226FF}" type="parTrans" cxnId="{8F46CD19-14C6-41C2-BDD6-D4D049E72412}">
      <dgm:prSet/>
      <dgm:spPr/>
      <dgm:t>
        <a:bodyPr/>
        <a:lstStyle/>
        <a:p>
          <a:endParaRPr lang="en-US"/>
        </a:p>
      </dgm:t>
    </dgm:pt>
    <dgm:pt modelId="{5B7A84F2-FF05-43CB-A0CA-D248A11E8235}" type="sibTrans" cxnId="{8F46CD19-14C6-41C2-BDD6-D4D049E72412}">
      <dgm:prSet/>
      <dgm:spPr/>
      <dgm:t>
        <a:bodyPr/>
        <a:lstStyle/>
        <a:p>
          <a:endParaRPr lang="en-US"/>
        </a:p>
      </dgm:t>
    </dgm:pt>
    <dgm:pt modelId="{00596B8E-3A26-45B5-B05C-E4E9CE46673C}">
      <dgm:prSet custT="1"/>
      <dgm:spPr/>
      <dgm:t>
        <a:bodyPr/>
        <a:lstStyle/>
        <a:p>
          <a:r>
            <a:rPr lang="pl-PL" sz="1800" b="1" dirty="0">
              <a:latin typeface="Abadi" panose="020B0604020104020204" pitchFamily="34" charset="0"/>
            </a:rPr>
            <a:t>Wizualizacja -</a:t>
          </a:r>
          <a:r>
            <a:rPr lang="pl-PL" sz="1800" dirty="0">
              <a:latin typeface="Abadi" panose="020B0604020104020204" pitchFamily="34" charset="0"/>
            </a:rPr>
            <a:t> Program tworzy wizualizację wygenerowanych struktur, umożliwiając użytkownikowi obserwację wzorców wzrostu.</a:t>
          </a:r>
          <a:endParaRPr lang="en-US" sz="1800" dirty="0">
            <a:latin typeface="Abadi" panose="020B0604020104020204" pitchFamily="34" charset="0"/>
          </a:endParaRPr>
        </a:p>
      </dgm:t>
    </dgm:pt>
    <dgm:pt modelId="{404E91BF-1866-43CA-8A16-9991E8575529}" type="parTrans" cxnId="{A173A028-8532-4ECA-BF77-5FCB769CA394}">
      <dgm:prSet/>
      <dgm:spPr/>
      <dgm:t>
        <a:bodyPr/>
        <a:lstStyle/>
        <a:p>
          <a:endParaRPr lang="en-US"/>
        </a:p>
      </dgm:t>
    </dgm:pt>
    <dgm:pt modelId="{034F1394-5DD9-48DD-AB91-2C5779703EC0}" type="sibTrans" cxnId="{A173A028-8532-4ECA-BF77-5FCB769CA394}">
      <dgm:prSet/>
      <dgm:spPr/>
      <dgm:t>
        <a:bodyPr/>
        <a:lstStyle/>
        <a:p>
          <a:endParaRPr lang="en-US"/>
        </a:p>
      </dgm:t>
    </dgm:pt>
    <dgm:pt modelId="{D07ADE45-20DB-42FE-86F4-F2D027745848}" type="pres">
      <dgm:prSet presAssocID="{C3948E3A-0D44-4B79-93ED-0CC6D54DA479}" presName="Name0" presStyleCnt="0">
        <dgm:presLayoutVars>
          <dgm:dir/>
          <dgm:animLvl val="lvl"/>
          <dgm:resizeHandles val="exact"/>
        </dgm:presLayoutVars>
      </dgm:prSet>
      <dgm:spPr/>
    </dgm:pt>
    <dgm:pt modelId="{6D26748C-836F-4C9F-BBD3-9E1F42BE72C3}" type="pres">
      <dgm:prSet presAssocID="{C6D8247B-EB6A-4587-A836-3170B9D4AD6F}" presName="composite" presStyleCnt="0"/>
      <dgm:spPr/>
    </dgm:pt>
    <dgm:pt modelId="{9F269A45-8414-429E-93F4-EA50D6904199}" type="pres">
      <dgm:prSet presAssocID="{C6D8247B-EB6A-4587-A836-3170B9D4AD6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FDA77A0-3A08-469C-9003-29BEF99D3F95}" type="pres">
      <dgm:prSet presAssocID="{C6D8247B-EB6A-4587-A836-3170B9D4AD6F}" presName="desTx" presStyleLbl="alignAccFollowNode1" presStyleIdx="0" presStyleCnt="2">
        <dgm:presLayoutVars>
          <dgm:bulletEnabled val="1"/>
        </dgm:presLayoutVars>
      </dgm:prSet>
      <dgm:spPr/>
    </dgm:pt>
    <dgm:pt modelId="{21F5C862-50B9-4F7C-8053-4934D0E0F5A6}" type="pres">
      <dgm:prSet presAssocID="{FEAD66D4-A438-4B58-BEF4-2F2E7D00E560}" presName="space" presStyleCnt="0"/>
      <dgm:spPr/>
    </dgm:pt>
    <dgm:pt modelId="{9154818D-6C6C-4460-8882-0725AE18B50D}" type="pres">
      <dgm:prSet presAssocID="{8F01AF7C-5AC2-4DF6-9273-528D2FB25DC8}" presName="composite" presStyleCnt="0"/>
      <dgm:spPr/>
    </dgm:pt>
    <dgm:pt modelId="{FC6590B7-F36E-47E5-97FD-03C50258667A}" type="pres">
      <dgm:prSet presAssocID="{8F01AF7C-5AC2-4DF6-9273-528D2FB25DC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D5BDD99-9B8A-4F3D-A3AD-032B956140D9}" type="pres">
      <dgm:prSet presAssocID="{8F01AF7C-5AC2-4DF6-9273-528D2FB25DC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892E05-794A-456F-B590-6F2D8F080066}" srcId="{C3948E3A-0D44-4B79-93ED-0CC6D54DA479}" destId="{C6D8247B-EB6A-4587-A836-3170B9D4AD6F}" srcOrd="0" destOrd="0" parTransId="{EF75A348-130E-46C8-ADEA-0589090881B9}" sibTransId="{FEAD66D4-A438-4B58-BEF4-2F2E7D00E560}"/>
    <dgm:cxn modelId="{8F46CD19-14C6-41C2-BDD6-D4D049E72412}" srcId="{8F01AF7C-5AC2-4DF6-9273-528D2FB25DC8}" destId="{27B5E4AC-040B-4C24-9205-087A59DE395A}" srcOrd="1" destOrd="0" parTransId="{8D95DB4D-5837-45CF-9B9C-7BBD15D226FF}" sibTransId="{5B7A84F2-FF05-43CB-A0CA-D248A11E8235}"/>
    <dgm:cxn modelId="{3A1A5D21-8D17-41EF-8027-9BA186BE5F14}" srcId="{C3948E3A-0D44-4B79-93ED-0CC6D54DA479}" destId="{8F01AF7C-5AC2-4DF6-9273-528D2FB25DC8}" srcOrd="1" destOrd="0" parTransId="{8FCA8A5B-2A96-46BE-B17A-4576F9F50652}" sibTransId="{BC4F8EA7-A623-4E5A-AC52-E40E1BDA0EB1}"/>
    <dgm:cxn modelId="{A173A028-8532-4ECA-BF77-5FCB769CA394}" srcId="{8F01AF7C-5AC2-4DF6-9273-528D2FB25DC8}" destId="{00596B8E-3A26-45B5-B05C-E4E9CE46673C}" srcOrd="2" destOrd="0" parTransId="{404E91BF-1866-43CA-8A16-9991E8575529}" sibTransId="{034F1394-5DD9-48DD-AB91-2C5779703EC0}"/>
    <dgm:cxn modelId="{DB30AC3F-4E26-4C90-9A24-19C5B4F98771}" type="presOf" srcId="{8F01AF7C-5AC2-4DF6-9273-528D2FB25DC8}" destId="{FC6590B7-F36E-47E5-97FD-03C50258667A}" srcOrd="0" destOrd="0" presId="urn:microsoft.com/office/officeart/2005/8/layout/hList1"/>
    <dgm:cxn modelId="{2ED1136F-2F47-49CB-8BBE-5239E9E71E7E}" type="presOf" srcId="{6F1840E2-B587-4DB9-9ED1-256318D9A39B}" destId="{0FDA77A0-3A08-469C-9003-29BEF99D3F95}" srcOrd="0" destOrd="0" presId="urn:microsoft.com/office/officeart/2005/8/layout/hList1"/>
    <dgm:cxn modelId="{7BFF7A72-AD6F-4151-936A-255A7413A027}" type="presOf" srcId="{00596B8E-3A26-45B5-B05C-E4E9CE46673C}" destId="{5D5BDD99-9B8A-4F3D-A3AD-032B956140D9}" srcOrd="0" destOrd="2" presId="urn:microsoft.com/office/officeart/2005/8/layout/hList1"/>
    <dgm:cxn modelId="{5DF1237C-6588-4741-9C24-BE089C421A8F}" type="presOf" srcId="{C3948E3A-0D44-4B79-93ED-0CC6D54DA479}" destId="{D07ADE45-20DB-42FE-86F4-F2D027745848}" srcOrd="0" destOrd="0" presId="urn:microsoft.com/office/officeart/2005/8/layout/hList1"/>
    <dgm:cxn modelId="{29BC3D89-30DC-4D94-8BF7-3A03B52C0F03}" type="presOf" srcId="{27B5E4AC-040B-4C24-9205-087A59DE395A}" destId="{5D5BDD99-9B8A-4F3D-A3AD-032B956140D9}" srcOrd="0" destOrd="1" presId="urn:microsoft.com/office/officeart/2005/8/layout/hList1"/>
    <dgm:cxn modelId="{641C1E94-AE94-497E-B72D-2EAF7263C3C1}" type="presOf" srcId="{C6D8247B-EB6A-4587-A836-3170B9D4AD6F}" destId="{9F269A45-8414-429E-93F4-EA50D6904199}" srcOrd="0" destOrd="0" presId="urn:microsoft.com/office/officeart/2005/8/layout/hList1"/>
    <dgm:cxn modelId="{CA1F3DA1-49F7-487F-926B-586D3059CD3B}" type="presOf" srcId="{48C00CF9-7B0E-4940-B46F-773CFCB9869C}" destId="{5D5BDD99-9B8A-4F3D-A3AD-032B956140D9}" srcOrd="0" destOrd="0" presId="urn:microsoft.com/office/officeart/2005/8/layout/hList1"/>
    <dgm:cxn modelId="{3DF23EA4-962A-410F-9215-F7FE3CD316FE}" srcId="{C6D8247B-EB6A-4587-A836-3170B9D4AD6F}" destId="{6F1840E2-B587-4DB9-9ED1-256318D9A39B}" srcOrd="0" destOrd="0" parTransId="{2101257E-12C4-4B41-A4CA-3F99009F3407}" sibTransId="{BCE78429-532A-4DEA-AF50-B02C60417D7F}"/>
    <dgm:cxn modelId="{738415B6-4336-49CB-B1C9-06BE8212AB68}" srcId="{8F01AF7C-5AC2-4DF6-9273-528D2FB25DC8}" destId="{48C00CF9-7B0E-4940-B46F-773CFCB9869C}" srcOrd="0" destOrd="0" parTransId="{728CD0EB-BC99-489A-A079-ACA0A1766877}" sibTransId="{24E9F43D-5CA0-4248-A228-996B559E9602}"/>
    <dgm:cxn modelId="{FBC18D21-DDC5-4EE4-BEE4-424B2C94CCDB}" type="presParOf" srcId="{D07ADE45-20DB-42FE-86F4-F2D027745848}" destId="{6D26748C-836F-4C9F-BBD3-9E1F42BE72C3}" srcOrd="0" destOrd="0" presId="urn:microsoft.com/office/officeart/2005/8/layout/hList1"/>
    <dgm:cxn modelId="{7434DA42-FDA8-460D-ABF9-3D1A9303777D}" type="presParOf" srcId="{6D26748C-836F-4C9F-BBD3-9E1F42BE72C3}" destId="{9F269A45-8414-429E-93F4-EA50D6904199}" srcOrd="0" destOrd="0" presId="urn:microsoft.com/office/officeart/2005/8/layout/hList1"/>
    <dgm:cxn modelId="{0DEB0B61-C1C4-4651-BDC0-5E4EA3706FFA}" type="presParOf" srcId="{6D26748C-836F-4C9F-BBD3-9E1F42BE72C3}" destId="{0FDA77A0-3A08-469C-9003-29BEF99D3F95}" srcOrd="1" destOrd="0" presId="urn:microsoft.com/office/officeart/2005/8/layout/hList1"/>
    <dgm:cxn modelId="{19389359-01DA-41CC-9D86-D8C2D9A4F89A}" type="presParOf" srcId="{D07ADE45-20DB-42FE-86F4-F2D027745848}" destId="{21F5C862-50B9-4F7C-8053-4934D0E0F5A6}" srcOrd="1" destOrd="0" presId="urn:microsoft.com/office/officeart/2005/8/layout/hList1"/>
    <dgm:cxn modelId="{D6181EDD-4329-4563-A4FD-C4CFDEDF5D40}" type="presParOf" srcId="{D07ADE45-20DB-42FE-86F4-F2D027745848}" destId="{9154818D-6C6C-4460-8882-0725AE18B50D}" srcOrd="2" destOrd="0" presId="urn:microsoft.com/office/officeart/2005/8/layout/hList1"/>
    <dgm:cxn modelId="{54F3F1E1-FBF9-4A65-B284-86292BB029A7}" type="presParOf" srcId="{9154818D-6C6C-4460-8882-0725AE18B50D}" destId="{FC6590B7-F36E-47E5-97FD-03C50258667A}" srcOrd="0" destOrd="0" presId="urn:microsoft.com/office/officeart/2005/8/layout/hList1"/>
    <dgm:cxn modelId="{557FAC65-369C-4618-951F-6165AE5D2204}" type="presParOf" srcId="{9154818D-6C6C-4460-8882-0725AE18B50D}" destId="{5D5BDD99-9B8A-4F3D-A3AD-032B956140D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108609-1B1A-4B7B-ABAE-8A523EE81BF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FC4A780-64D9-43EC-870C-898543F942E0}">
      <dgm:prSet/>
      <dgm:spPr/>
      <dgm:t>
        <a:bodyPr/>
        <a:lstStyle/>
        <a:p>
          <a:pPr>
            <a:defRPr b="1"/>
          </a:pPr>
          <a:r>
            <a:rPr lang="en-US" b="1">
              <a:latin typeface="Abadi" panose="020B0604020104020204" pitchFamily="34" charset="0"/>
            </a:rPr>
            <a:t>Parametry do kontroli</a:t>
          </a:r>
          <a:endParaRPr lang="en-US">
            <a:latin typeface="Abadi" panose="020B0604020104020204" pitchFamily="34" charset="0"/>
          </a:endParaRPr>
        </a:p>
      </dgm:t>
    </dgm:pt>
    <dgm:pt modelId="{6052375A-8EFE-4651-BC33-FA167C4C9C93}" type="parTrans" cxnId="{5A433A25-5255-4E5A-95D2-BADD867359FA}">
      <dgm:prSet/>
      <dgm:spPr/>
      <dgm:t>
        <a:bodyPr/>
        <a:lstStyle/>
        <a:p>
          <a:endParaRPr lang="en-US"/>
        </a:p>
      </dgm:t>
    </dgm:pt>
    <dgm:pt modelId="{30364D70-3944-4858-BCC5-6A271B9F40C4}" type="sibTrans" cxnId="{5A433A25-5255-4E5A-95D2-BADD867359FA}">
      <dgm:prSet/>
      <dgm:spPr/>
      <dgm:t>
        <a:bodyPr/>
        <a:lstStyle/>
        <a:p>
          <a:endParaRPr lang="en-US"/>
        </a:p>
      </dgm:t>
    </dgm:pt>
    <dgm:pt modelId="{0D9F3E30-7ACF-4A3B-B237-36783BAECACF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Liczba iteracji symulacji.</a:t>
          </a:r>
        </a:p>
      </dgm:t>
    </dgm:pt>
    <dgm:pt modelId="{1C18E16D-8A55-42F8-9EE5-35F534636139}" type="parTrans" cxnId="{5F1A13F5-AE94-4EDB-9A1F-978D3F89C672}">
      <dgm:prSet/>
      <dgm:spPr/>
      <dgm:t>
        <a:bodyPr/>
        <a:lstStyle/>
        <a:p>
          <a:endParaRPr lang="en-US"/>
        </a:p>
      </dgm:t>
    </dgm:pt>
    <dgm:pt modelId="{DAF763E8-6916-4AF8-ACE0-9FF654D66841}" type="sibTrans" cxnId="{5F1A13F5-AE94-4EDB-9A1F-978D3F89C672}">
      <dgm:prSet/>
      <dgm:spPr/>
      <dgm:t>
        <a:bodyPr/>
        <a:lstStyle/>
        <a:p>
          <a:endParaRPr lang="en-US"/>
        </a:p>
      </dgm:t>
    </dgm:pt>
    <dgm:pt modelId="{7AFB4D19-9490-47E8-B7DB-E48E71C53CF0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Szerokość pliku wyjściowego.</a:t>
          </a:r>
        </a:p>
      </dgm:t>
    </dgm:pt>
    <dgm:pt modelId="{342A9D6C-F9F3-4CC9-BC39-2E348DA5EDC8}" type="parTrans" cxnId="{ACD3369E-7F7D-4C1F-AE81-DF823016C567}">
      <dgm:prSet/>
      <dgm:spPr/>
      <dgm:t>
        <a:bodyPr/>
        <a:lstStyle/>
        <a:p>
          <a:endParaRPr lang="en-US"/>
        </a:p>
      </dgm:t>
    </dgm:pt>
    <dgm:pt modelId="{9ADE3803-822B-4468-AE2F-E260BF1F40F9}" type="sibTrans" cxnId="{ACD3369E-7F7D-4C1F-AE81-DF823016C567}">
      <dgm:prSet/>
      <dgm:spPr/>
      <dgm:t>
        <a:bodyPr/>
        <a:lstStyle/>
        <a:p>
          <a:endParaRPr lang="en-US"/>
        </a:p>
      </dgm:t>
    </dgm:pt>
    <dgm:pt modelId="{2C929ACB-F5C2-46AE-BAC9-BD20A76627A4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Wysokość pliku wyjściowego.</a:t>
          </a:r>
        </a:p>
      </dgm:t>
    </dgm:pt>
    <dgm:pt modelId="{448C2673-16E8-441C-9A2A-030927A629A6}" type="parTrans" cxnId="{BEA013C2-F771-471A-AAE5-AE1D53174F07}">
      <dgm:prSet/>
      <dgm:spPr/>
      <dgm:t>
        <a:bodyPr/>
        <a:lstStyle/>
        <a:p>
          <a:endParaRPr lang="en-US"/>
        </a:p>
      </dgm:t>
    </dgm:pt>
    <dgm:pt modelId="{1D1E9A57-16E6-466A-937F-44F267EE6FED}" type="sibTrans" cxnId="{BEA013C2-F771-471A-AAE5-AE1D53174F07}">
      <dgm:prSet/>
      <dgm:spPr/>
      <dgm:t>
        <a:bodyPr/>
        <a:lstStyle/>
        <a:p>
          <a:endParaRPr lang="en-US"/>
        </a:p>
      </dgm:t>
    </dgm:pt>
    <dgm:pt modelId="{D4DF9894-DD1C-46E8-A912-3D2C00668456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Rozmiar kroku rysowania.</a:t>
          </a:r>
        </a:p>
      </dgm:t>
    </dgm:pt>
    <dgm:pt modelId="{A702067E-1E1E-4ADD-B8C4-CE7A92500681}" type="parTrans" cxnId="{73B3DADC-2874-42C7-89C8-77DFD400D635}">
      <dgm:prSet/>
      <dgm:spPr/>
      <dgm:t>
        <a:bodyPr/>
        <a:lstStyle/>
        <a:p>
          <a:endParaRPr lang="en-US"/>
        </a:p>
      </dgm:t>
    </dgm:pt>
    <dgm:pt modelId="{ABBD43F7-9B51-4B66-A917-6D161037DD3B}" type="sibTrans" cxnId="{73B3DADC-2874-42C7-89C8-77DFD400D635}">
      <dgm:prSet/>
      <dgm:spPr/>
      <dgm:t>
        <a:bodyPr/>
        <a:lstStyle/>
        <a:p>
          <a:endParaRPr lang="en-US"/>
        </a:p>
      </dgm:t>
    </dgm:pt>
    <dgm:pt modelId="{3C316F6E-C230-4809-AC1E-8963EC6A8947}">
      <dgm:prSet/>
      <dgm:spPr/>
      <dgm:t>
        <a:bodyPr/>
        <a:lstStyle/>
        <a:p>
          <a:pPr>
            <a:defRPr b="1"/>
          </a:pPr>
          <a:r>
            <a:rPr lang="en-US" b="1">
              <a:latin typeface="Abadi" panose="020B0604020104020204" pitchFamily="34" charset="0"/>
            </a:rPr>
            <a:t>Niezawodność</a:t>
          </a:r>
          <a:endParaRPr lang="en-US">
            <a:latin typeface="Abadi" panose="020B0604020104020204" pitchFamily="34" charset="0"/>
          </a:endParaRPr>
        </a:p>
      </dgm:t>
    </dgm:pt>
    <dgm:pt modelId="{9525B52F-C0ED-425F-9A38-2D7F38A3C530}" type="parTrans" cxnId="{E6C5ADC2-6C4D-4614-9CBB-CFC14BE9A143}">
      <dgm:prSet/>
      <dgm:spPr/>
      <dgm:t>
        <a:bodyPr/>
        <a:lstStyle/>
        <a:p>
          <a:endParaRPr lang="en-US"/>
        </a:p>
      </dgm:t>
    </dgm:pt>
    <dgm:pt modelId="{4395D41A-E4CD-4592-BF4E-FF8E80ABDADA}" type="sibTrans" cxnId="{E6C5ADC2-6C4D-4614-9CBB-CFC14BE9A143}">
      <dgm:prSet/>
      <dgm:spPr/>
      <dgm:t>
        <a:bodyPr/>
        <a:lstStyle/>
        <a:p>
          <a:endParaRPr lang="en-US"/>
        </a:p>
      </dgm:t>
    </dgm:pt>
    <dgm:pt modelId="{82CC3517-ECF0-4CB4-A341-E6AB78F7FECE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Walidacja danych wejściowych.</a:t>
          </a:r>
        </a:p>
      </dgm:t>
    </dgm:pt>
    <dgm:pt modelId="{ED842BA2-88BB-4743-934C-BFB628026863}" type="parTrans" cxnId="{C37CCC7A-18C8-4D92-A126-161855B33D5D}">
      <dgm:prSet/>
      <dgm:spPr/>
      <dgm:t>
        <a:bodyPr/>
        <a:lstStyle/>
        <a:p>
          <a:endParaRPr lang="en-US"/>
        </a:p>
      </dgm:t>
    </dgm:pt>
    <dgm:pt modelId="{40FA77F9-6001-43F4-BFE6-A2D0832C9496}" type="sibTrans" cxnId="{C37CCC7A-18C8-4D92-A126-161855B33D5D}">
      <dgm:prSet/>
      <dgm:spPr/>
      <dgm:t>
        <a:bodyPr/>
        <a:lstStyle/>
        <a:p>
          <a:endParaRPr lang="en-US"/>
        </a:p>
      </dgm:t>
    </dgm:pt>
    <dgm:pt modelId="{ABB5E3E0-1DD1-4C4F-A29E-C035232DF8E9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Obsługa błędów i wyjątków.</a:t>
          </a:r>
        </a:p>
      </dgm:t>
    </dgm:pt>
    <dgm:pt modelId="{24C45E41-F81A-4E2E-86AA-D2659DBD9E17}" type="parTrans" cxnId="{9658AE47-A8A0-4B2A-85D8-38BB28C11E67}">
      <dgm:prSet/>
      <dgm:spPr/>
      <dgm:t>
        <a:bodyPr/>
        <a:lstStyle/>
        <a:p>
          <a:endParaRPr lang="en-US"/>
        </a:p>
      </dgm:t>
    </dgm:pt>
    <dgm:pt modelId="{8E094584-27D3-4169-94B7-F8944190687F}" type="sibTrans" cxnId="{9658AE47-A8A0-4B2A-85D8-38BB28C11E67}">
      <dgm:prSet/>
      <dgm:spPr/>
      <dgm:t>
        <a:bodyPr/>
        <a:lstStyle/>
        <a:p>
          <a:endParaRPr lang="en-US"/>
        </a:p>
      </dgm:t>
    </dgm:pt>
    <dgm:pt modelId="{7A36B269-389B-4175-B7D5-9D37C418D9C9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• Testy na różnych zestawach danych konfiguracyjnych.</a:t>
          </a:r>
        </a:p>
      </dgm:t>
    </dgm:pt>
    <dgm:pt modelId="{35A07C9B-FFD9-4FC2-ACEF-E088B1BEF48A}" type="parTrans" cxnId="{D83F40F1-03D4-4767-846D-72E2345AEF73}">
      <dgm:prSet/>
      <dgm:spPr/>
      <dgm:t>
        <a:bodyPr/>
        <a:lstStyle/>
        <a:p>
          <a:endParaRPr lang="en-US"/>
        </a:p>
      </dgm:t>
    </dgm:pt>
    <dgm:pt modelId="{511B78A3-0150-4AA0-B38B-96DFB613DDD4}" type="sibTrans" cxnId="{D83F40F1-03D4-4767-846D-72E2345AEF73}">
      <dgm:prSet/>
      <dgm:spPr/>
      <dgm:t>
        <a:bodyPr/>
        <a:lstStyle/>
        <a:p>
          <a:endParaRPr lang="en-US"/>
        </a:p>
      </dgm:t>
    </dgm:pt>
    <dgm:pt modelId="{8CCE2E4E-3A29-4C88-9169-090BB0245CD1}">
      <dgm:prSet/>
      <dgm:spPr/>
      <dgm:t>
        <a:bodyPr/>
        <a:lstStyle/>
        <a:p>
          <a:pPr>
            <a:defRPr b="1"/>
          </a:pPr>
          <a:r>
            <a:rPr lang="en-US" b="1">
              <a:latin typeface="Abadi" panose="020B0604020104020204" pitchFamily="34" charset="0"/>
            </a:rPr>
            <a:t>Przyjazność w użytkowaniu i atrakcyjność wizualna</a:t>
          </a:r>
          <a:endParaRPr lang="en-US">
            <a:latin typeface="Abadi" panose="020B0604020104020204" pitchFamily="34" charset="0"/>
          </a:endParaRPr>
        </a:p>
      </dgm:t>
    </dgm:pt>
    <dgm:pt modelId="{79E0CFD4-84F6-4611-A0E2-6BFD3EE3D519}" type="parTrans" cxnId="{44340C83-6AE3-4BEE-AF4B-F848E7A10025}">
      <dgm:prSet/>
      <dgm:spPr/>
      <dgm:t>
        <a:bodyPr/>
        <a:lstStyle/>
        <a:p>
          <a:endParaRPr lang="en-US"/>
        </a:p>
      </dgm:t>
    </dgm:pt>
    <dgm:pt modelId="{E029814C-14BC-4FB6-9823-55261C21C7AA}" type="sibTrans" cxnId="{44340C83-6AE3-4BEE-AF4B-F848E7A10025}">
      <dgm:prSet/>
      <dgm:spPr/>
      <dgm:t>
        <a:bodyPr/>
        <a:lstStyle/>
        <a:p>
          <a:endParaRPr lang="en-US"/>
        </a:p>
      </dgm:t>
    </dgm:pt>
    <dgm:pt modelId="{2A805DCB-D73C-4163-8345-BCEE66EBACF6}">
      <dgm:prSet/>
      <dgm:spPr/>
      <dgm:t>
        <a:bodyPr/>
        <a:lstStyle/>
        <a:p>
          <a:pPr>
            <a:buNone/>
          </a:pPr>
          <a:r>
            <a:rPr lang="pl-PL">
              <a:latin typeface="Abadi" panose="020B0604020104020204" pitchFamily="34" charset="0"/>
            </a:rPr>
            <a:t>• Prosty i intuicyjny w użyciu.</a:t>
          </a:r>
          <a:endParaRPr lang="en-US">
            <a:latin typeface="Abadi" panose="020B0604020104020204" pitchFamily="34" charset="0"/>
          </a:endParaRPr>
        </a:p>
      </dgm:t>
    </dgm:pt>
    <dgm:pt modelId="{34120CBC-BC84-4686-ACBD-144920DE7E23}" type="parTrans" cxnId="{B8751507-10F2-42A7-A2A6-5DD5DFD67FB2}">
      <dgm:prSet/>
      <dgm:spPr/>
      <dgm:t>
        <a:bodyPr/>
        <a:lstStyle/>
        <a:p>
          <a:endParaRPr lang="en-US"/>
        </a:p>
      </dgm:t>
    </dgm:pt>
    <dgm:pt modelId="{E9B1F316-B3CB-4B04-B4A4-41336B85A81A}" type="sibTrans" cxnId="{B8751507-10F2-42A7-A2A6-5DD5DFD67FB2}">
      <dgm:prSet/>
      <dgm:spPr/>
      <dgm:t>
        <a:bodyPr/>
        <a:lstStyle/>
        <a:p>
          <a:endParaRPr lang="en-US"/>
        </a:p>
      </dgm:t>
    </dgm:pt>
    <dgm:pt modelId="{8DF94DA6-4B6D-470E-AB4A-7CE263A472E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dirty="0">
              <a:latin typeface="Abadi" panose="020B0604020104020204" pitchFamily="34" charset="0"/>
            </a:rPr>
            <a:t>• Estetyczne wizualizacje.</a:t>
          </a:r>
        </a:p>
        <a:p>
          <a:pPr>
            <a:buFont typeface="Arial" panose="020B0604020202020204" pitchFamily="34" charset="0"/>
            <a:buNone/>
          </a:pPr>
          <a:r>
            <a:rPr lang="pl-PL" dirty="0">
              <a:latin typeface="Abadi" panose="020B0604020104020204" pitchFamily="34" charset="0"/>
            </a:rPr>
            <a:t>• Wygodne nazwy plików np. (glony_1_2.png), gdzie pierwsza cyfra oznacza iterację, a druga długość glonu.</a:t>
          </a:r>
        </a:p>
        <a:p>
          <a:pPr>
            <a:buFont typeface="Arial" panose="020B0604020202020204" pitchFamily="34" charset="0"/>
            <a:buChar char="•"/>
          </a:pPr>
          <a:endParaRPr lang="pl-PL" dirty="0">
            <a:latin typeface="Abadi" panose="020B0604020104020204" pitchFamily="34" charset="0"/>
          </a:endParaRPr>
        </a:p>
      </dgm:t>
    </dgm:pt>
    <dgm:pt modelId="{79BC86F6-7CC6-4A04-B72D-B974C7B2AE40}" type="parTrans" cxnId="{F6A5BA25-C726-45D3-B9D2-015B37A37B97}">
      <dgm:prSet/>
      <dgm:spPr/>
      <dgm:t>
        <a:bodyPr/>
        <a:lstStyle/>
        <a:p>
          <a:endParaRPr lang="en-US"/>
        </a:p>
      </dgm:t>
    </dgm:pt>
    <dgm:pt modelId="{33968D9A-E1FB-4455-B241-BEE5EA9D8382}" type="sibTrans" cxnId="{F6A5BA25-C726-45D3-B9D2-015B37A37B97}">
      <dgm:prSet/>
      <dgm:spPr/>
      <dgm:t>
        <a:bodyPr/>
        <a:lstStyle/>
        <a:p>
          <a:endParaRPr lang="en-US"/>
        </a:p>
      </dgm:t>
    </dgm:pt>
    <dgm:pt modelId="{8C7A43E9-FF6D-45D0-87C4-402F7C130109}" type="pres">
      <dgm:prSet presAssocID="{6C108609-1B1A-4B7B-ABAE-8A523EE81BFC}" presName="root" presStyleCnt="0">
        <dgm:presLayoutVars>
          <dgm:dir/>
          <dgm:resizeHandles val="exact"/>
        </dgm:presLayoutVars>
      </dgm:prSet>
      <dgm:spPr/>
    </dgm:pt>
    <dgm:pt modelId="{67A32F90-B238-4E59-A211-81177E6CA28B}" type="pres">
      <dgm:prSet presAssocID="{1FC4A780-64D9-43EC-870C-898543F942E0}" presName="compNode" presStyleCnt="0"/>
      <dgm:spPr/>
    </dgm:pt>
    <dgm:pt modelId="{579A7240-44A9-4AF7-83D1-90016F3CB373}" type="pres">
      <dgm:prSet presAssocID="{1FC4A780-64D9-43EC-870C-898543F942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75BD831-1173-42D4-BD54-D6B0521C26CF}" type="pres">
      <dgm:prSet presAssocID="{1FC4A780-64D9-43EC-870C-898543F942E0}" presName="iconSpace" presStyleCnt="0"/>
      <dgm:spPr/>
    </dgm:pt>
    <dgm:pt modelId="{5F958BD7-56A7-45A0-A3C0-8E3C07FF6DA3}" type="pres">
      <dgm:prSet presAssocID="{1FC4A780-64D9-43EC-870C-898543F942E0}" presName="parTx" presStyleLbl="revTx" presStyleIdx="0" presStyleCnt="6">
        <dgm:presLayoutVars>
          <dgm:chMax val="0"/>
          <dgm:chPref val="0"/>
        </dgm:presLayoutVars>
      </dgm:prSet>
      <dgm:spPr/>
    </dgm:pt>
    <dgm:pt modelId="{24E81276-D9F8-4734-AD43-B702A35F7C10}" type="pres">
      <dgm:prSet presAssocID="{1FC4A780-64D9-43EC-870C-898543F942E0}" presName="txSpace" presStyleCnt="0"/>
      <dgm:spPr/>
    </dgm:pt>
    <dgm:pt modelId="{673EC6A2-693D-4EC2-AF96-8424F6237A94}" type="pres">
      <dgm:prSet presAssocID="{1FC4A780-64D9-43EC-870C-898543F942E0}" presName="desTx" presStyleLbl="revTx" presStyleIdx="1" presStyleCnt="6">
        <dgm:presLayoutVars/>
      </dgm:prSet>
      <dgm:spPr/>
    </dgm:pt>
    <dgm:pt modelId="{DD95E870-281B-41B8-A7AB-A1A740232C23}" type="pres">
      <dgm:prSet presAssocID="{30364D70-3944-4858-BCC5-6A271B9F40C4}" presName="sibTrans" presStyleCnt="0"/>
      <dgm:spPr/>
    </dgm:pt>
    <dgm:pt modelId="{AB1C10CA-1182-4FDE-9695-ECBF036DE73C}" type="pres">
      <dgm:prSet presAssocID="{3C316F6E-C230-4809-AC1E-8963EC6A8947}" presName="compNode" presStyleCnt="0"/>
      <dgm:spPr/>
    </dgm:pt>
    <dgm:pt modelId="{86F41D4A-21E3-4B02-AC43-9DC69EAEDAD2}" type="pres">
      <dgm:prSet presAssocID="{3C316F6E-C230-4809-AC1E-8963EC6A89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EE1DA30-AA1B-4055-A7A9-913C839BDFE7}" type="pres">
      <dgm:prSet presAssocID="{3C316F6E-C230-4809-AC1E-8963EC6A8947}" presName="iconSpace" presStyleCnt="0"/>
      <dgm:spPr/>
    </dgm:pt>
    <dgm:pt modelId="{7B1ACE36-ABC2-4987-91B5-799AAD6875E9}" type="pres">
      <dgm:prSet presAssocID="{3C316F6E-C230-4809-AC1E-8963EC6A8947}" presName="parTx" presStyleLbl="revTx" presStyleIdx="2" presStyleCnt="6">
        <dgm:presLayoutVars>
          <dgm:chMax val="0"/>
          <dgm:chPref val="0"/>
        </dgm:presLayoutVars>
      </dgm:prSet>
      <dgm:spPr/>
    </dgm:pt>
    <dgm:pt modelId="{ABC8B19A-8CA3-4364-930D-B50448CA682B}" type="pres">
      <dgm:prSet presAssocID="{3C316F6E-C230-4809-AC1E-8963EC6A8947}" presName="txSpace" presStyleCnt="0"/>
      <dgm:spPr/>
    </dgm:pt>
    <dgm:pt modelId="{7ACFC41A-218F-4C8E-8F96-74493D4D0A0D}" type="pres">
      <dgm:prSet presAssocID="{3C316F6E-C230-4809-AC1E-8963EC6A8947}" presName="desTx" presStyleLbl="revTx" presStyleIdx="3" presStyleCnt="6" custLinFactNeighborY="1896">
        <dgm:presLayoutVars/>
      </dgm:prSet>
      <dgm:spPr/>
    </dgm:pt>
    <dgm:pt modelId="{32CE32F6-41D5-4443-B835-35E8F1023DF3}" type="pres">
      <dgm:prSet presAssocID="{4395D41A-E4CD-4592-BF4E-FF8E80ABDADA}" presName="sibTrans" presStyleCnt="0"/>
      <dgm:spPr/>
    </dgm:pt>
    <dgm:pt modelId="{D7D57F02-203E-4453-879A-078FDA676902}" type="pres">
      <dgm:prSet presAssocID="{8CCE2E4E-3A29-4C88-9169-090BB0245CD1}" presName="compNode" presStyleCnt="0"/>
      <dgm:spPr/>
    </dgm:pt>
    <dgm:pt modelId="{17A81EE8-4FA3-44CA-B739-D6E0A7A8C218}" type="pres">
      <dgm:prSet presAssocID="{8CCE2E4E-3A29-4C88-9169-090BB0245C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E49C401D-BBD0-417B-9DCC-582B5D72D99E}" type="pres">
      <dgm:prSet presAssocID="{8CCE2E4E-3A29-4C88-9169-090BB0245CD1}" presName="iconSpace" presStyleCnt="0"/>
      <dgm:spPr/>
    </dgm:pt>
    <dgm:pt modelId="{E4177823-ED1B-4BE5-99FA-3BAE70D35D27}" type="pres">
      <dgm:prSet presAssocID="{8CCE2E4E-3A29-4C88-9169-090BB0245CD1}" presName="parTx" presStyleLbl="revTx" presStyleIdx="4" presStyleCnt="6">
        <dgm:presLayoutVars>
          <dgm:chMax val="0"/>
          <dgm:chPref val="0"/>
        </dgm:presLayoutVars>
      </dgm:prSet>
      <dgm:spPr/>
    </dgm:pt>
    <dgm:pt modelId="{717C669F-7DBF-45D4-81F1-0CB170850F3F}" type="pres">
      <dgm:prSet presAssocID="{8CCE2E4E-3A29-4C88-9169-090BB0245CD1}" presName="txSpace" presStyleCnt="0"/>
      <dgm:spPr/>
    </dgm:pt>
    <dgm:pt modelId="{F10E62F1-3FC6-44DF-8247-DB4811B12B38}" type="pres">
      <dgm:prSet presAssocID="{8CCE2E4E-3A29-4C88-9169-090BB0245CD1}" presName="desTx" presStyleLbl="revTx" presStyleIdx="5" presStyleCnt="6" custLinFactNeighborX="138" custLinFactNeighborY="1900">
        <dgm:presLayoutVars/>
      </dgm:prSet>
      <dgm:spPr/>
    </dgm:pt>
  </dgm:ptLst>
  <dgm:cxnLst>
    <dgm:cxn modelId="{B8751507-10F2-42A7-A2A6-5DD5DFD67FB2}" srcId="{8CCE2E4E-3A29-4C88-9169-090BB0245CD1}" destId="{2A805DCB-D73C-4163-8345-BCEE66EBACF6}" srcOrd="0" destOrd="0" parTransId="{34120CBC-BC84-4686-ACBD-144920DE7E23}" sibTransId="{E9B1F316-B3CB-4B04-B4A4-41336B85A81A}"/>
    <dgm:cxn modelId="{B260D011-24A1-4D53-90C7-1B05960DE9FB}" type="presOf" srcId="{0D9F3E30-7ACF-4A3B-B237-36783BAECACF}" destId="{673EC6A2-693D-4EC2-AF96-8424F6237A94}" srcOrd="0" destOrd="0" presId="urn:microsoft.com/office/officeart/2018/2/layout/IconLabelDescriptionList"/>
    <dgm:cxn modelId="{4D39CF18-6C4A-4E6B-86FA-4E2BA24A1C25}" type="presOf" srcId="{ABB5E3E0-1DD1-4C4F-A29E-C035232DF8E9}" destId="{7ACFC41A-218F-4C8E-8F96-74493D4D0A0D}" srcOrd="0" destOrd="1" presId="urn:microsoft.com/office/officeart/2018/2/layout/IconLabelDescriptionList"/>
    <dgm:cxn modelId="{5A433A25-5255-4E5A-95D2-BADD867359FA}" srcId="{6C108609-1B1A-4B7B-ABAE-8A523EE81BFC}" destId="{1FC4A780-64D9-43EC-870C-898543F942E0}" srcOrd="0" destOrd="0" parTransId="{6052375A-8EFE-4651-BC33-FA167C4C9C93}" sibTransId="{30364D70-3944-4858-BCC5-6A271B9F40C4}"/>
    <dgm:cxn modelId="{F6A5BA25-C726-45D3-B9D2-015B37A37B97}" srcId="{8CCE2E4E-3A29-4C88-9169-090BB0245CD1}" destId="{8DF94DA6-4B6D-470E-AB4A-7CE263A472ED}" srcOrd="1" destOrd="0" parTransId="{79BC86F6-7CC6-4A04-B72D-B974C7B2AE40}" sibTransId="{33968D9A-E1FB-4455-B241-BEE5EA9D8382}"/>
    <dgm:cxn modelId="{2AAEE25E-CC7F-45F8-9795-F7EE89D6618A}" type="presOf" srcId="{D4DF9894-DD1C-46E8-A912-3D2C00668456}" destId="{673EC6A2-693D-4EC2-AF96-8424F6237A94}" srcOrd="0" destOrd="3" presId="urn:microsoft.com/office/officeart/2018/2/layout/IconLabelDescriptionList"/>
    <dgm:cxn modelId="{9658AE47-A8A0-4B2A-85D8-38BB28C11E67}" srcId="{3C316F6E-C230-4809-AC1E-8963EC6A8947}" destId="{ABB5E3E0-1DD1-4C4F-A29E-C035232DF8E9}" srcOrd="1" destOrd="0" parTransId="{24C45E41-F81A-4E2E-86AA-D2659DBD9E17}" sibTransId="{8E094584-27D3-4169-94B7-F8944190687F}"/>
    <dgm:cxn modelId="{00B46368-87DC-42BA-A0A8-601B15E5A011}" type="presOf" srcId="{7A36B269-389B-4175-B7D5-9D37C418D9C9}" destId="{7ACFC41A-218F-4C8E-8F96-74493D4D0A0D}" srcOrd="0" destOrd="2" presId="urn:microsoft.com/office/officeart/2018/2/layout/IconLabelDescriptionList"/>
    <dgm:cxn modelId="{94EF4271-7285-4748-B46D-1DEBA5EFDAD1}" type="presOf" srcId="{2C929ACB-F5C2-46AE-BAC9-BD20A76627A4}" destId="{673EC6A2-693D-4EC2-AF96-8424F6237A94}" srcOrd="0" destOrd="2" presId="urn:microsoft.com/office/officeart/2018/2/layout/IconLabelDescriptionList"/>
    <dgm:cxn modelId="{05C7BE51-C0EE-4C7A-80FC-B4C90A0B8BC6}" type="presOf" srcId="{7AFB4D19-9490-47E8-B7DB-E48E71C53CF0}" destId="{673EC6A2-693D-4EC2-AF96-8424F6237A94}" srcOrd="0" destOrd="1" presId="urn:microsoft.com/office/officeart/2018/2/layout/IconLabelDescriptionList"/>
    <dgm:cxn modelId="{8DFDDC51-9E17-45BA-88BC-7C02DE4EF74A}" type="presOf" srcId="{8DF94DA6-4B6D-470E-AB4A-7CE263A472ED}" destId="{F10E62F1-3FC6-44DF-8247-DB4811B12B38}" srcOrd="0" destOrd="1" presId="urn:microsoft.com/office/officeart/2018/2/layout/IconLabelDescriptionList"/>
    <dgm:cxn modelId="{C37CCC7A-18C8-4D92-A126-161855B33D5D}" srcId="{3C316F6E-C230-4809-AC1E-8963EC6A8947}" destId="{82CC3517-ECF0-4CB4-A341-E6AB78F7FECE}" srcOrd="0" destOrd="0" parTransId="{ED842BA2-88BB-4743-934C-BFB628026863}" sibTransId="{40FA77F9-6001-43F4-BFE6-A2D0832C9496}"/>
    <dgm:cxn modelId="{44340C83-6AE3-4BEE-AF4B-F848E7A10025}" srcId="{6C108609-1B1A-4B7B-ABAE-8A523EE81BFC}" destId="{8CCE2E4E-3A29-4C88-9169-090BB0245CD1}" srcOrd="2" destOrd="0" parTransId="{79E0CFD4-84F6-4611-A0E2-6BFD3EE3D519}" sibTransId="{E029814C-14BC-4FB6-9823-55261C21C7AA}"/>
    <dgm:cxn modelId="{ACD3369E-7F7D-4C1F-AE81-DF823016C567}" srcId="{1FC4A780-64D9-43EC-870C-898543F942E0}" destId="{7AFB4D19-9490-47E8-B7DB-E48E71C53CF0}" srcOrd="1" destOrd="0" parTransId="{342A9D6C-F9F3-4CC9-BC39-2E348DA5EDC8}" sibTransId="{9ADE3803-822B-4468-AE2F-E260BF1F40F9}"/>
    <dgm:cxn modelId="{2F4C3DA4-D588-4E62-B3C6-8424BA283FB2}" type="presOf" srcId="{3C316F6E-C230-4809-AC1E-8963EC6A8947}" destId="{7B1ACE36-ABC2-4987-91B5-799AAD6875E9}" srcOrd="0" destOrd="0" presId="urn:microsoft.com/office/officeart/2018/2/layout/IconLabelDescriptionList"/>
    <dgm:cxn modelId="{3B18C2B0-A001-4E87-AC49-40B8992661B8}" type="presOf" srcId="{8CCE2E4E-3A29-4C88-9169-090BB0245CD1}" destId="{E4177823-ED1B-4BE5-99FA-3BAE70D35D27}" srcOrd="0" destOrd="0" presId="urn:microsoft.com/office/officeart/2018/2/layout/IconLabelDescriptionList"/>
    <dgm:cxn modelId="{CF719FB4-C6D3-481B-ABF1-4EEFCA18BDA3}" type="presOf" srcId="{2A805DCB-D73C-4163-8345-BCEE66EBACF6}" destId="{F10E62F1-3FC6-44DF-8247-DB4811B12B38}" srcOrd="0" destOrd="0" presId="urn:microsoft.com/office/officeart/2018/2/layout/IconLabelDescriptionList"/>
    <dgm:cxn modelId="{F37371C0-CDD8-4A3F-B353-599A61E73EC2}" type="presOf" srcId="{82CC3517-ECF0-4CB4-A341-E6AB78F7FECE}" destId="{7ACFC41A-218F-4C8E-8F96-74493D4D0A0D}" srcOrd="0" destOrd="0" presId="urn:microsoft.com/office/officeart/2018/2/layout/IconLabelDescriptionList"/>
    <dgm:cxn modelId="{BEA013C2-F771-471A-AAE5-AE1D53174F07}" srcId="{1FC4A780-64D9-43EC-870C-898543F942E0}" destId="{2C929ACB-F5C2-46AE-BAC9-BD20A76627A4}" srcOrd="2" destOrd="0" parTransId="{448C2673-16E8-441C-9A2A-030927A629A6}" sibTransId="{1D1E9A57-16E6-466A-937F-44F267EE6FED}"/>
    <dgm:cxn modelId="{E6C5ADC2-6C4D-4614-9CBB-CFC14BE9A143}" srcId="{6C108609-1B1A-4B7B-ABAE-8A523EE81BFC}" destId="{3C316F6E-C230-4809-AC1E-8963EC6A8947}" srcOrd="1" destOrd="0" parTransId="{9525B52F-C0ED-425F-9A38-2D7F38A3C530}" sibTransId="{4395D41A-E4CD-4592-BF4E-FF8E80ABDADA}"/>
    <dgm:cxn modelId="{2F1278D6-91CB-46E1-B119-696548E1CF0E}" type="presOf" srcId="{6C108609-1B1A-4B7B-ABAE-8A523EE81BFC}" destId="{8C7A43E9-FF6D-45D0-87C4-402F7C130109}" srcOrd="0" destOrd="0" presId="urn:microsoft.com/office/officeart/2018/2/layout/IconLabelDescriptionList"/>
    <dgm:cxn modelId="{73B3DADC-2874-42C7-89C8-77DFD400D635}" srcId="{1FC4A780-64D9-43EC-870C-898543F942E0}" destId="{D4DF9894-DD1C-46E8-A912-3D2C00668456}" srcOrd="3" destOrd="0" parTransId="{A702067E-1E1E-4ADD-B8C4-CE7A92500681}" sibTransId="{ABBD43F7-9B51-4B66-A917-6D161037DD3B}"/>
    <dgm:cxn modelId="{4AA0C3E7-7AD7-4FF3-B028-AA78258B0D31}" type="presOf" srcId="{1FC4A780-64D9-43EC-870C-898543F942E0}" destId="{5F958BD7-56A7-45A0-A3C0-8E3C07FF6DA3}" srcOrd="0" destOrd="0" presId="urn:microsoft.com/office/officeart/2018/2/layout/IconLabelDescriptionList"/>
    <dgm:cxn modelId="{D83F40F1-03D4-4767-846D-72E2345AEF73}" srcId="{3C316F6E-C230-4809-AC1E-8963EC6A8947}" destId="{7A36B269-389B-4175-B7D5-9D37C418D9C9}" srcOrd="2" destOrd="0" parTransId="{35A07C9B-FFD9-4FC2-ACEF-E088B1BEF48A}" sibTransId="{511B78A3-0150-4AA0-B38B-96DFB613DDD4}"/>
    <dgm:cxn modelId="{5F1A13F5-AE94-4EDB-9A1F-978D3F89C672}" srcId="{1FC4A780-64D9-43EC-870C-898543F942E0}" destId="{0D9F3E30-7ACF-4A3B-B237-36783BAECACF}" srcOrd="0" destOrd="0" parTransId="{1C18E16D-8A55-42F8-9EE5-35F534636139}" sibTransId="{DAF763E8-6916-4AF8-ACE0-9FF654D66841}"/>
    <dgm:cxn modelId="{B4C3B9EB-07B9-43C1-9D4F-FAFF5557E4B0}" type="presParOf" srcId="{8C7A43E9-FF6D-45D0-87C4-402F7C130109}" destId="{67A32F90-B238-4E59-A211-81177E6CA28B}" srcOrd="0" destOrd="0" presId="urn:microsoft.com/office/officeart/2018/2/layout/IconLabelDescriptionList"/>
    <dgm:cxn modelId="{96FEDC1F-8492-4D12-9158-1599B84EDD6F}" type="presParOf" srcId="{67A32F90-B238-4E59-A211-81177E6CA28B}" destId="{579A7240-44A9-4AF7-83D1-90016F3CB373}" srcOrd="0" destOrd="0" presId="urn:microsoft.com/office/officeart/2018/2/layout/IconLabelDescriptionList"/>
    <dgm:cxn modelId="{B4BC396D-E7A1-4B26-AE6A-D4406C741AA1}" type="presParOf" srcId="{67A32F90-B238-4E59-A211-81177E6CA28B}" destId="{475BD831-1173-42D4-BD54-D6B0521C26CF}" srcOrd="1" destOrd="0" presId="urn:microsoft.com/office/officeart/2018/2/layout/IconLabelDescriptionList"/>
    <dgm:cxn modelId="{4118D62F-35A5-4314-B1B9-89CCEACD0276}" type="presParOf" srcId="{67A32F90-B238-4E59-A211-81177E6CA28B}" destId="{5F958BD7-56A7-45A0-A3C0-8E3C07FF6DA3}" srcOrd="2" destOrd="0" presId="urn:microsoft.com/office/officeart/2018/2/layout/IconLabelDescriptionList"/>
    <dgm:cxn modelId="{D8AC04E6-0302-4B58-9F52-763CD01FADA1}" type="presParOf" srcId="{67A32F90-B238-4E59-A211-81177E6CA28B}" destId="{24E81276-D9F8-4734-AD43-B702A35F7C10}" srcOrd="3" destOrd="0" presId="urn:microsoft.com/office/officeart/2018/2/layout/IconLabelDescriptionList"/>
    <dgm:cxn modelId="{F0FF0AFC-310A-4CE3-B12C-F952D1501AFD}" type="presParOf" srcId="{67A32F90-B238-4E59-A211-81177E6CA28B}" destId="{673EC6A2-693D-4EC2-AF96-8424F6237A94}" srcOrd="4" destOrd="0" presId="urn:microsoft.com/office/officeart/2018/2/layout/IconLabelDescriptionList"/>
    <dgm:cxn modelId="{52FFC608-CBC0-453B-889A-67878546302B}" type="presParOf" srcId="{8C7A43E9-FF6D-45D0-87C4-402F7C130109}" destId="{DD95E870-281B-41B8-A7AB-A1A740232C23}" srcOrd="1" destOrd="0" presId="urn:microsoft.com/office/officeart/2018/2/layout/IconLabelDescriptionList"/>
    <dgm:cxn modelId="{1052B98D-20E0-48FF-85EE-9AB272D5167D}" type="presParOf" srcId="{8C7A43E9-FF6D-45D0-87C4-402F7C130109}" destId="{AB1C10CA-1182-4FDE-9695-ECBF036DE73C}" srcOrd="2" destOrd="0" presId="urn:microsoft.com/office/officeart/2018/2/layout/IconLabelDescriptionList"/>
    <dgm:cxn modelId="{5F9F9CC1-3C5B-45B9-8AC1-9311D75A6930}" type="presParOf" srcId="{AB1C10CA-1182-4FDE-9695-ECBF036DE73C}" destId="{86F41D4A-21E3-4B02-AC43-9DC69EAEDAD2}" srcOrd="0" destOrd="0" presId="urn:microsoft.com/office/officeart/2018/2/layout/IconLabelDescriptionList"/>
    <dgm:cxn modelId="{D27D7A75-DE73-4BDF-A534-55951AA63ED7}" type="presParOf" srcId="{AB1C10CA-1182-4FDE-9695-ECBF036DE73C}" destId="{8EE1DA30-AA1B-4055-A7A9-913C839BDFE7}" srcOrd="1" destOrd="0" presId="urn:microsoft.com/office/officeart/2018/2/layout/IconLabelDescriptionList"/>
    <dgm:cxn modelId="{31751C95-B86A-4CA6-BD3A-9AC582626A93}" type="presParOf" srcId="{AB1C10CA-1182-4FDE-9695-ECBF036DE73C}" destId="{7B1ACE36-ABC2-4987-91B5-799AAD6875E9}" srcOrd="2" destOrd="0" presId="urn:microsoft.com/office/officeart/2018/2/layout/IconLabelDescriptionList"/>
    <dgm:cxn modelId="{214546F7-6D36-4235-8F7C-3AB473F1F685}" type="presParOf" srcId="{AB1C10CA-1182-4FDE-9695-ECBF036DE73C}" destId="{ABC8B19A-8CA3-4364-930D-B50448CA682B}" srcOrd="3" destOrd="0" presId="urn:microsoft.com/office/officeart/2018/2/layout/IconLabelDescriptionList"/>
    <dgm:cxn modelId="{3000601B-D577-40E9-BEA9-CC2D9AFE5274}" type="presParOf" srcId="{AB1C10CA-1182-4FDE-9695-ECBF036DE73C}" destId="{7ACFC41A-218F-4C8E-8F96-74493D4D0A0D}" srcOrd="4" destOrd="0" presId="urn:microsoft.com/office/officeart/2018/2/layout/IconLabelDescriptionList"/>
    <dgm:cxn modelId="{68530851-933F-4B6C-BE79-73547FDF8B6B}" type="presParOf" srcId="{8C7A43E9-FF6D-45D0-87C4-402F7C130109}" destId="{32CE32F6-41D5-4443-B835-35E8F1023DF3}" srcOrd="3" destOrd="0" presId="urn:microsoft.com/office/officeart/2018/2/layout/IconLabelDescriptionList"/>
    <dgm:cxn modelId="{C22C7502-3B39-4C26-877E-03615A0A3693}" type="presParOf" srcId="{8C7A43E9-FF6D-45D0-87C4-402F7C130109}" destId="{D7D57F02-203E-4453-879A-078FDA676902}" srcOrd="4" destOrd="0" presId="urn:microsoft.com/office/officeart/2018/2/layout/IconLabelDescriptionList"/>
    <dgm:cxn modelId="{91CF52FF-FC6C-426D-BE17-842AE300AEAD}" type="presParOf" srcId="{D7D57F02-203E-4453-879A-078FDA676902}" destId="{17A81EE8-4FA3-44CA-B739-D6E0A7A8C218}" srcOrd="0" destOrd="0" presId="urn:microsoft.com/office/officeart/2018/2/layout/IconLabelDescriptionList"/>
    <dgm:cxn modelId="{7A7C2F26-9FE3-4DCD-A1DD-7192D2F68139}" type="presParOf" srcId="{D7D57F02-203E-4453-879A-078FDA676902}" destId="{E49C401D-BBD0-417B-9DCC-582B5D72D99E}" srcOrd="1" destOrd="0" presId="urn:microsoft.com/office/officeart/2018/2/layout/IconLabelDescriptionList"/>
    <dgm:cxn modelId="{7BFA0474-4040-4191-A2D2-C289AD7D1C23}" type="presParOf" srcId="{D7D57F02-203E-4453-879A-078FDA676902}" destId="{E4177823-ED1B-4BE5-99FA-3BAE70D35D27}" srcOrd="2" destOrd="0" presId="urn:microsoft.com/office/officeart/2018/2/layout/IconLabelDescriptionList"/>
    <dgm:cxn modelId="{A5863A27-1B84-432F-87A8-83F32B97ED78}" type="presParOf" srcId="{D7D57F02-203E-4453-879A-078FDA676902}" destId="{717C669F-7DBF-45D4-81F1-0CB170850F3F}" srcOrd="3" destOrd="0" presId="urn:microsoft.com/office/officeart/2018/2/layout/IconLabelDescriptionList"/>
    <dgm:cxn modelId="{BB9F6622-795F-47EC-B985-E782D61F3D97}" type="presParOf" srcId="{D7D57F02-203E-4453-879A-078FDA676902}" destId="{F10E62F1-3FC6-44DF-8247-DB4811B12B3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B83E-0BED-4F22-86C6-C8540263C7DC}">
      <dsp:nvSpPr>
        <dsp:cNvPr id="0" name=""/>
        <dsp:cNvSpPr/>
      </dsp:nvSpPr>
      <dsp:spPr>
        <a:xfrm>
          <a:off x="-91133" y="565807"/>
          <a:ext cx="7765256" cy="12365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94158-6F4A-4CC9-ABFF-F84B29544D82}">
      <dsp:nvSpPr>
        <dsp:cNvPr id="0" name=""/>
        <dsp:cNvSpPr/>
      </dsp:nvSpPr>
      <dsp:spPr>
        <a:xfrm>
          <a:off x="282922" y="844031"/>
          <a:ext cx="681432" cy="6801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C8E96-93DF-4639-AFC0-5477B2A07B1B}">
      <dsp:nvSpPr>
        <dsp:cNvPr id="0" name=""/>
        <dsp:cNvSpPr/>
      </dsp:nvSpPr>
      <dsp:spPr>
        <a:xfrm>
          <a:off x="1151948" y="565807"/>
          <a:ext cx="6704440" cy="1237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96" tIns="130996" rIns="130996" bIns="13099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>
              <a:latin typeface="Abadi" panose="020B0604020104020204" pitchFamily="34" charset="0"/>
            </a:rPr>
            <a:t>Rozrost glonów w środowisku naturalnym jest zjawiskiem złożonym i zależnym od wielu czynników. Aby lepiej zrozumieć mechanizmy tego procesu, możemy wykorzystać modelowanie komputerowe. W programie skupiono się na symulacji wzrostu glonów przy użyciu L-systemów (systemów </a:t>
          </a:r>
          <a:r>
            <a:rPr lang="pl-PL" sz="1400" kern="1200" dirty="0" err="1">
              <a:latin typeface="Abadi" panose="020B0604020104020204" pitchFamily="34" charset="0"/>
            </a:rPr>
            <a:t>Lindenmayera</a:t>
          </a:r>
          <a:r>
            <a:rPr lang="pl-PL" sz="1400" kern="1200" dirty="0">
              <a:latin typeface="Abadi" panose="020B0604020104020204" pitchFamily="34" charset="0"/>
            </a:rPr>
            <a:t>), które są formalnymi gramatykami stosowanymi do modelowania wzrostu roślinnych struktur.</a:t>
          </a:r>
          <a:endParaRPr lang="en-US" sz="1400" kern="1200" dirty="0">
            <a:latin typeface="Abadi" panose="020B0604020104020204" pitchFamily="34" charset="0"/>
          </a:endParaRPr>
        </a:p>
      </dsp:txBody>
      <dsp:txXfrm>
        <a:off x="1151948" y="565807"/>
        <a:ext cx="6704440" cy="1237758"/>
      </dsp:txXfrm>
    </dsp:sp>
    <dsp:sp modelId="{B57FFAAF-E6C4-4EFB-BF55-F9CAA8EF2B04}">
      <dsp:nvSpPr>
        <dsp:cNvPr id="0" name=""/>
        <dsp:cNvSpPr/>
      </dsp:nvSpPr>
      <dsp:spPr>
        <a:xfrm>
          <a:off x="-91133" y="2094803"/>
          <a:ext cx="7765256" cy="12365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C212C-858B-4122-B5C1-E0EFF4AD7CCD}">
      <dsp:nvSpPr>
        <dsp:cNvPr id="0" name=""/>
        <dsp:cNvSpPr/>
      </dsp:nvSpPr>
      <dsp:spPr>
        <a:xfrm>
          <a:off x="282922" y="2373026"/>
          <a:ext cx="681432" cy="6801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90DEF-E84C-4E03-880C-829F61D42810}">
      <dsp:nvSpPr>
        <dsp:cNvPr id="0" name=""/>
        <dsp:cNvSpPr/>
      </dsp:nvSpPr>
      <dsp:spPr>
        <a:xfrm>
          <a:off x="1338411" y="2094803"/>
          <a:ext cx="6331514" cy="1237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96" tIns="130996" rIns="130996" bIns="13099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>
              <a:latin typeface="Abadi" panose="020B0604020104020204" pitchFamily="34" charset="0"/>
            </a:rPr>
            <a:t>Cel to dowiedzieć się, jak różne parametry L-systemu wpływają na wzorce wzrostu glonów. Celem jest stworzenie programu, który pozwoli na wizualizację i analizę tych wzorców poprzez symulacje komputerowe.</a:t>
          </a:r>
          <a:endParaRPr lang="en-US" sz="1400" kern="1200" dirty="0">
            <a:latin typeface="Abadi" panose="020B0604020104020204" pitchFamily="34" charset="0"/>
          </a:endParaRPr>
        </a:p>
      </dsp:txBody>
      <dsp:txXfrm>
        <a:off x="1338411" y="2094803"/>
        <a:ext cx="6331514" cy="1237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69A45-8414-429E-93F4-EA50D6904199}">
      <dsp:nvSpPr>
        <dsp:cNvPr id="0" name=""/>
        <dsp:cNvSpPr/>
      </dsp:nvSpPr>
      <dsp:spPr>
        <a:xfrm>
          <a:off x="37" y="33746"/>
          <a:ext cx="3628588" cy="8800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1" kern="1200" dirty="0">
              <a:latin typeface="Abadi" panose="020B0604020104020204" pitchFamily="34" charset="0"/>
            </a:rPr>
            <a:t>Pomysł na program</a:t>
          </a:r>
          <a:endParaRPr lang="en-US" sz="2500" kern="1200" dirty="0">
            <a:latin typeface="Abadi" panose="020B0604020104020204" pitchFamily="34" charset="0"/>
          </a:endParaRPr>
        </a:p>
      </dsp:txBody>
      <dsp:txXfrm>
        <a:off x="37" y="33746"/>
        <a:ext cx="3628588" cy="880001"/>
      </dsp:txXfrm>
    </dsp:sp>
    <dsp:sp modelId="{0FDA77A0-3A08-469C-9003-29BEF99D3F95}">
      <dsp:nvSpPr>
        <dsp:cNvPr id="0" name=""/>
        <dsp:cNvSpPr/>
      </dsp:nvSpPr>
      <dsp:spPr>
        <a:xfrm>
          <a:off x="37" y="913747"/>
          <a:ext cx="3628588" cy="29508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kern="1200" dirty="0">
              <a:latin typeface="Abadi" panose="020B0604020104020204" pitchFamily="34" charset="0"/>
            </a:rPr>
            <a:t>Program został zbudowany w języku C. Jego głównym celem jest odczytanie parametrów symulacji z pliku konfiguracyjnego config.txt, a następnie symulacja rozrostu glonów przy użyciu L-systemu. Wyniki symulacji są wizualizowane oraz zapisywane do pliku txt, co pozwala na analizę wzorców wzrostu.</a:t>
          </a:r>
          <a:endParaRPr lang="en-US" sz="1800" kern="1200" dirty="0">
            <a:latin typeface="Abadi" panose="020B0604020104020204" pitchFamily="34" charset="0"/>
          </a:endParaRPr>
        </a:p>
      </dsp:txBody>
      <dsp:txXfrm>
        <a:off x="37" y="913747"/>
        <a:ext cx="3628588" cy="2950875"/>
      </dsp:txXfrm>
    </dsp:sp>
    <dsp:sp modelId="{FC6590B7-F36E-47E5-97FD-03C50258667A}">
      <dsp:nvSpPr>
        <dsp:cNvPr id="0" name=""/>
        <dsp:cNvSpPr/>
      </dsp:nvSpPr>
      <dsp:spPr>
        <a:xfrm>
          <a:off x="4136629" y="33746"/>
          <a:ext cx="3628588" cy="880001"/>
        </a:xfrm>
        <a:prstGeom prst="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1" kern="1200" dirty="0">
              <a:latin typeface="Abadi" panose="020B0604020104020204" pitchFamily="34" charset="0"/>
            </a:rPr>
            <a:t>Funkcjonalności programu</a:t>
          </a:r>
          <a:endParaRPr lang="en-US" sz="2500" kern="1200" dirty="0">
            <a:latin typeface="Abadi" panose="020B0604020104020204" pitchFamily="34" charset="0"/>
          </a:endParaRPr>
        </a:p>
      </dsp:txBody>
      <dsp:txXfrm>
        <a:off x="4136629" y="33746"/>
        <a:ext cx="3628588" cy="880001"/>
      </dsp:txXfrm>
    </dsp:sp>
    <dsp:sp modelId="{5D5BDD99-9B8A-4F3D-A3AD-032B956140D9}">
      <dsp:nvSpPr>
        <dsp:cNvPr id="0" name=""/>
        <dsp:cNvSpPr/>
      </dsp:nvSpPr>
      <dsp:spPr>
        <a:xfrm>
          <a:off x="4136629" y="913747"/>
          <a:ext cx="3628588" cy="2950875"/>
        </a:xfrm>
        <a:prstGeom prst="rect">
          <a:avLst/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b="1" kern="1200" dirty="0">
              <a:latin typeface="Abadi" panose="020B0604020104020204" pitchFamily="34" charset="0"/>
            </a:rPr>
            <a:t>Odczyt parametrów </a:t>
          </a:r>
          <a:r>
            <a:rPr lang="pl-PL" sz="1800" kern="1200" dirty="0">
              <a:latin typeface="Abadi" panose="020B0604020104020204" pitchFamily="34" charset="0"/>
            </a:rPr>
            <a:t>z pliku konfiguracyjnego config.txt</a:t>
          </a:r>
          <a:endParaRPr lang="en-US" sz="1800" kern="1200" dirty="0">
            <a:latin typeface="Abadi" panose="020B0604020104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b="1" kern="1200" dirty="0">
              <a:latin typeface="Abadi" panose="020B0604020104020204" pitchFamily="34" charset="0"/>
            </a:rPr>
            <a:t>Symulacja L-systemu </a:t>
          </a:r>
          <a:r>
            <a:rPr lang="pl-PL" sz="1800" kern="1200" dirty="0">
              <a:latin typeface="Abadi" panose="020B0604020104020204" pitchFamily="34" charset="0"/>
            </a:rPr>
            <a:t>- Na podstawie odczytanych parametrów, program generuje kolejne iteracje L-systemu.</a:t>
          </a:r>
          <a:endParaRPr lang="en-US" sz="1800" kern="1200" dirty="0">
            <a:latin typeface="Abadi" panose="020B0604020104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b="1" kern="1200" dirty="0">
              <a:latin typeface="Abadi" panose="020B0604020104020204" pitchFamily="34" charset="0"/>
            </a:rPr>
            <a:t>Wizualizacja -</a:t>
          </a:r>
          <a:r>
            <a:rPr lang="pl-PL" sz="1800" kern="1200" dirty="0">
              <a:latin typeface="Abadi" panose="020B0604020104020204" pitchFamily="34" charset="0"/>
            </a:rPr>
            <a:t> Program tworzy wizualizację wygenerowanych struktur, umożliwiając użytkownikowi obserwację wzorców wzrostu.</a:t>
          </a:r>
          <a:endParaRPr lang="en-US" sz="1800" kern="1200" dirty="0">
            <a:latin typeface="Abadi" panose="020B0604020104020204" pitchFamily="34" charset="0"/>
          </a:endParaRPr>
        </a:p>
      </dsp:txBody>
      <dsp:txXfrm>
        <a:off x="4136629" y="913747"/>
        <a:ext cx="3628588" cy="29508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A7240-44A9-4AF7-83D1-90016F3CB373}">
      <dsp:nvSpPr>
        <dsp:cNvPr id="0" name=""/>
        <dsp:cNvSpPr/>
      </dsp:nvSpPr>
      <dsp:spPr>
        <a:xfrm>
          <a:off x="6959" y="659101"/>
          <a:ext cx="809841" cy="8098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58BD7-56A7-45A0-A3C0-8E3C07FF6DA3}">
      <dsp:nvSpPr>
        <dsp:cNvPr id="0" name=""/>
        <dsp:cNvSpPr/>
      </dsp:nvSpPr>
      <dsp:spPr>
        <a:xfrm>
          <a:off x="6959" y="1579890"/>
          <a:ext cx="2313831" cy="39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>
              <a:latin typeface="Abadi" panose="020B0604020104020204" pitchFamily="34" charset="0"/>
            </a:rPr>
            <a:t>Parametry do kontroli</a:t>
          </a:r>
          <a:endParaRPr lang="en-US" sz="1400" kern="1200">
            <a:latin typeface="Abadi" panose="020B0604020104020204" pitchFamily="34" charset="0"/>
          </a:endParaRPr>
        </a:p>
      </dsp:txBody>
      <dsp:txXfrm>
        <a:off x="6959" y="1579890"/>
        <a:ext cx="2313831" cy="390840"/>
      </dsp:txXfrm>
    </dsp:sp>
    <dsp:sp modelId="{673EC6A2-693D-4EC2-AF96-8424F6237A94}">
      <dsp:nvSpPr>
        <dsp:cNvPr id="0" name=""/>
        <dsp:cNvSpPr/>
      </dsp:nvSpPr>
      <dsp:spPr>
        <a:xfrm>
          <a:off x="6959" y="2022334"/>
          <a:ext cx="2313831" cy="121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Liczba iteracji symulacji.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Szerokość pliku wyjściowego.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Wysokość pliku wyjściowego.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Rozmiar kroku rysowania.</a:t>
          </a:r>
        </a:p>
      </dsp:txBody>
      <dsp:txXfrm>
        <a:off x="6959" y="2022334"/>
        <a:ext cx="2313831" cy="1216932"/>
      </dsp:txXfrm>
    </dsp:sp>
    <dsp:sp modelId="{86F41D4A-21E3-4B02-AC43-9DC69EAEDAD2}">
      <dsp:nvSpPr>
        <dsp:cNvPr id="0" name=""/>
        <dsp:cNvSpPr/>
      </dsp:nvSpPr>
      <dsp:spPr>
        <a:xfrm>
          <a:off x="2725712" y="659101"/>
          <a:ext cx="809841" cy="8098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E36-ABC2-4987-91B5-799AAD6875E9}">
      <dsp:nvSpPr>
        <dsp:cNvPr id="0" name=""/>
        <dsp:cNvSpPr/>
      </dsp:nvSpPr>
      <dsp:spPr>
        <a:xfrm>
          <a:off x="2725712" y="1579890"/>
          <a:ext cx="2313831" cy="39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>
              <a:latin typeface="Abadi" panose="020B0604020104020204" pitchFamily="34" charset="0"/>
            </a:rPr>
            <a:t>Niezawodność</a:t>
          </a:r>
          <a:endParaRPr lang="en-US" sz="1400" kern="1200">
            <a:latin typeface="Abadi" panose="020B0604020104020204" pitchFamily="34" charset="0"/>
          </a:endParaRPr>
        </a:p>
      </dsp:txBody>
      <dsp:txXfrm>
        <a:off x="2725712" y="1579890"/>
        <a:ext cx="2313831" cy="390840"/>
      </dsp:txXfrm>
    </dsp:sp>
    <dsp:sp modelId="{7ACFC41A-218F-4C8E-8F96-74493D4D0A0D}">
      <dsp:nvSpPr>
        <dsp:cNvPr id="0" name=""/>
        <dsp:cNvSpPr/>
      </dsp:nvSpPr>
      <dsp:spPr>
        <a:xfrm>
          <a:off x="2725712" y="2045407"/>
          <a:ext cx="2313831" cy="121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Walidacja danych wejściowych.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Obsługa błędów i wyjątków.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badi" panose="020B0604020104020204" pitchFamily="34" charset="0"/>
            </a:rPr>
            <a:t>• Testy na różnych zestawach danych konfiguracyjnych.</a:t>
          </a:r>
        </a:p>
      </dsp:txBody>
      <dsp:txXfrm>
        <a:off x="2725712" y="2045407"/>
        <a:ext cx="2313831" cy="1216932"/>
      </dsp:txXfrm>
    </dsp:sp>
    <dsp:sp modelId="{17A81EE8-4FA3-44CA-B739-D6E0A7A8C218}">
      <dsp:nvSpPr>
        <dsp:cNvPr id="0" name=""/>
        <dsp:cNvSpPr/>
      </dsp:nvSpPr>
      <dsp:spPr>
        <a:xfrm>
          <a:off x="5444464" y="659101"/>
          <a:ext cx="809841" cy="8098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77823-ED1B-4BE5-99FA-3BAE70D35D27}">
      <dsp:nvSpPr>
        <dsp:cNvPr id="0" name=""/>
        <dsp:cNvSpPr/>
      </dsp:nvSpPr>
      <dsp:spPr>
        <a:xfrm>
          <a:off x="5444464" y="1579890"/>
          <a:ext cx="2313831" cy="39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>
              <a:latin typeface="Abadi" panose="020B0604020104020204" pitchFamily="34" charset="0"/>
            </a:rPr>
            <a:t>Przyjazność w użytkowaniu i atrakcyjność wizualna</a:t>
          </a:r>
          <a:endParaRPr lang="en-US" sz="1400" kern="1200">
            <a:latin typeface="Abadi" panose="020B0604020104020204" pitchFamily="34" charset="0"/>
          </a:endParaRPr>
        </a:p>
      </dsp:txBody>
      <dsp:txXfrm>
        <a:off x="5444464" y="1579890"/>
        <a:ext cx="2313831" cy="390840"/>
      </dsp:txXfrm>
    </dsp:sp>
    <dsp:sp modelId="{F10E62F1-3FC6-44DF-8247-DB4811B12B38}">
      <dsp:nvSpPr>
        <dsp:cNvPr id="0" name=""/>
        <dsp:cNvSpPr/>
      </dsp:nvSpPr>
      <dsp:spPr>
        <a:xfrm>
          <a:off x="5447657" y="2045456"/>
          <a:ext cx="2313831" cy="121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kern="1200">
              <a:latin typeface="Abadi" panose="020B0604020104020204" pitchFamily="34" charset="0"/>
            </a:rPr>
            <a:t>• Prosty i intuicyjny w użyciu.</a:t>
          </a:r>
          <a:endParaRPr lang="en-US" sz="1100" kern="1200">
            <a:latin typeface="Abadi" panose="020B0604020104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l-PL" sz="1100" kern="1200" dirty="0">
              <a:latin typeface="Abadi" panose="020B0604020104020204" pitchFamily="34" charset="0"/>
            </a:rPr>
            <a:t>• Estetyczne wizualizacje.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l-PL" sz="1100" kern="1200" dirty="0">
              <a:latin typeface="Abadi" panose="020B0604020104020204" pitchFamily="34" charset="0"/>
            </a:rPr>
            <a:t>• Wygodne nazwy plików np. (glony_1_2.png), gdzie pierwsza cyfra oznacza iterację, a druga długość glonu.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pl-PL" sz="1100" kern="1200" dirty="0">
            <a:latin typeface="Abadi" panose="020B0604020104020204" pitchFamily="34" charset="0"/>
          </a:endParaRPr>
        </a:p>
      </dsp:txBody>
      <dsp:txXfrm>
        <a:off x="5447657" y="2045456"/>
        <a:ext cx="2313831" cy="1216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4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0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3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4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5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2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5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0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8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55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657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52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95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85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8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9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50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00" y="1289051"/>
            <a:ext cx="8623300" cy="2309292"/>
          </a:xfrm>
        </p:spPr>
        <p:txBody>
          <a:bodyPr>
            <a:normAutofit fontScale="90000"/>
          </a:bodyPr>
          <a:lstStyle/>
          <a:p>
            <a:r>
              <a:rPr lang="pl-PL">
                <a:latin typeface="Abadi" panose="020F0502020204030204" pitchFamily="34" charset="0"/>
              </a:rPr>
              <a:t>Program do Symulacji Rozrostu Glonów z użyciem L-Systemu</a:t>
            </a:r>
            <a:endParaRPr lang="pl-PL" dirty="0">
              <a:latin typeface="Abad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dirty="0">
                <a:latin typeface="Abadi" panose="020B0604020104020204" pitchFamily="34" charset="0"/>
              </a:rPr>
              <a:t>1. </a:t>
            </a:r>
            <a:r>
              <a:rPr dirty="0" err="1">
                <a:latin typeface="Abadi" panose="020B0604020104020204" pitchFamily="34" charset="0"/>
              </a:rPr>
              <a:t>Definicja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problemu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badawczego</a:t>
            </a:r>
            <a:endParaRPr dirty="0"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A795BF-079C-07EF-B2EA-9C8EF8D19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34691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dirty="0">
                <a:latin typeface="Abadi" panose="020B0604020104020204" pitchFamily="34" charset="0"/>
              </a:rPr>
              <a:t>2. </a:t>
            </a:r>
            <a:r>
              <a:rPr dirty="0" err="1">
                <a:latin typeface="Abadi" panose="020B0604020104020204" pitchFamily="34" charset="0"/>
              </a:rPr>
              <a:t>Rozwiązanie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problemu</a:t>
            </a:r>
            <a:endParaRPr dirty="0"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89A196-88D8-5DC2-636E-E871AA10D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164193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400" dirty="0">
                <a:latin typeface="Abadi" panose="020B0604020104020204" pitchFamily="34" charset="0"/>
              </a:rPr>
              <a:t>Parametry, niezawodność, przyjazność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BFE736-50E6-1165-9579-908E51F6F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948609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019" y="4406537"/>
            <a:ext cx="7080026" cy="1088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 sz="4200" dirty="0">
                <a:latin typeface="Abadi" panose="020B0604020104020204" pitchFamily="34" charset="0"/>
              </a:rPr>
              <a:t>3</a:t>
            </a:r>
            <a:r>
              <a:rPr lang="en-US" sz="4200" dirty="0">
                <a:latin typeface="Abadi" panose="020B0604020104020204" pitchFamily="34" charset="0"/>
              </a:rPr>
              <a:t>. </a:t>
            </a:r>
            <a:r>
              <a:rPr lang="en-US" sz="4200" dirty="0" err="1">
                <a:latin typeface="Abadi" panose="020B0604020104020204" pitchFamily="34" charset="0"/>
              </a:rPr>
              <a:t>Przykład</a:t>
            </a:r>
            <a:r>
              <a:rPr lang="en-US" sz="4200" dirty="0">
                <a:latin typeface="Abadi" panose="020B0604020104020204" pitchFamily="34" charset="0"/>
              </a:rPr>
              <a:t> </a:t>
            </a:r>
            <a:r>
              <a:rPr lang="en-US" sz="4200" dirty="0" err="1">
                <a:latin typeface="Abadi" panose="020B0604020104020204" pitchFamily="34" charset="0"/>
              </a:rPr>
              <a:t>użycia</a:t>
            </a:r>
            <a:endParaRPr lang="en-US" sz="4200" dirty="0">
              <a:latin typeface="Abadi" panose="020B06040201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019" y="5494872"/>
            <a:ext cx="7080026" cy="62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87C1D7"/>
                </a:solidFill>
                <a:latin typeface="Abadi" panose="020B0604020104020204" pitchFamily="34" charset="0"/>
              </a:rPr>
              <a:t>Przykładowy</a:t>
            </a:r>
            <a:r>
              <a:rPr lang="en-US" b="1" dirty="0">
                <a:solidFill>
                  <a:srgbClr val="87C1D7"/>
                </a:solidFill>
                <a:latin typeface="Abadi" panose="020B0604020104020204" pitchFamily="34" charset="0"/>
              </a:rPr>
              <a:t> </a:t>
            </a:r>
            <a:r>
              <a:rPr lang="en-US" b="1" dirty="0" err="1">
                <a:solidFill>
                  <a:srgbClr val="87C1D7"/>
                </a:solidFill>
                <a:latin typeface="Abadi" panose="020B0604020104020204" pitchFamily="34" charset="0"/>
              </a:rPr>
              <a:t>plik</a:t>
            </a:r>
            <a:r>
              <a:rPr lang="en-US" b="1" dirty="0">
                <a:solidFill>
                  <a:srgbClr val="87C1D7"/>
                </a:solidFill>
                <a:latin typeface="Abadi" panose="020B0604020104020204" pitchFamily="34" charset="0"/>
              </a:rPr>
              <a:t> config.txt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FB581C-2142-4222-9A3B-905AD6C0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0"/>
            <a:ext cx="9144000" cy="432227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73C3916E-642A-24D6-691C-D17B7D61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1579"/>
            <a:ext cx="9144000" cy="1757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pl-PL" sz="3100" dirty="0">
                <a:latin typeface="Abadi" panose="020B0604020104020204" pitchFamily="34" charset="0"/>
              </a:rPr>
              <a:t>Kroki działania programu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pPr marL="494100" indent="-457200">
              <a:lnSpc>
                <a:spcPct val="90000"/>
              </a:lnSpc>
              <a:buFont typeface="+mj-lt"/>
              <a:buAutoNum type="arabicPeriod"/>
            </a:pPr>
            <a:r>
              <a:rPr lang="pl-PL" b="1" dirty="0">
                <a:latin typeface="Abadi" panose="020B0604020104020204" pitchFamily="34" charset="0"/>
              </a:rPr>
              <a:t>Odczyt pliku konfiguracyjnego -</a:t>
            </a:r>
            <a:r>
              <a:rPr lang="pl-PL" dirty="0">
                <a:latin typeface="Abadi" panose="020B0604020104020204" pitchFamily="34" charset="0"/>
              </a:rPr>
              <a:t> Program odczytuje zawartość config.txt.</a:t>
            </a:r>
          </a:p>
          <a:p>
            <a:pPr marL="494100" indent="-457200">
              <a:lnSpc>
                <a:spcPct val="90000"/>
              </a:lnSpc>
              <a:buFont typeface="+mj-lt"/>
              <a:buAutoNum type="arabicPeriod"/>
            </a:pPr>
            <a:r>
              <a:rPr lang="pl-PL" b="1" dirty="0">
                <a:latin typeface="Abadi" panose="020B0604020104020204" pitchFamily="34" charset="0"/>
              </a:rPr>
              <a:t>Generowanie L-systemu </a:t>
            </a:r>
            <a:r>
              <a:rPr lang="pl-PL" dirty="0">
                <a:latin typeface="Abadi" panose="020B0604020104020204" pitchFamily="34" charset="0"/>
              </a:rPr>
              <a:t>- Na podstawie aksjomatu i reguł produkcji, program generuje kolejne iteracje L-systemu.</a:t>
            </a:r>
          </a:p>
          <a:p>
            <a:pPr marL="720000" lvl="2" indent="0">
              <a:lnSpc>
                <a:spcPct val="90000"/>
              </a:lnSpc>
              <a:buNone/>
            </a:pPr>
            <a:r>
              <a:rPr lang="pl-PL" b="1" dirty="0">
                <a:latin typeface="Abadi" panose="020B0604020104020204" pitchFamily="34" charset="0"/>
              </a:rPr>
              <a:t>Aksjom początkowy</a:t>
            </a:r>
            <a:r>
              <a:rPr lang="pl-PL" dirty="0">
                <a:latin typeface="Abadi" panose="020B0604020104020204" pitchFamily="34" charset="0"/>
              </a:rPr>
              <a:t>: A</a:t>
            </a:r>
          </a:p>
          <a:p>
            <a:pPr marL="720000" lvl="2" indent="0">
              <a:lnSpc>
                <a:spcPct val="90000"/>
              </a:lnSpc>
              <a:buNone/>
            </a:pPr>
            <a:r>
              <a:rPr lang="pl-PL" b="1" dirty="0">
                <a:latin typeface="Abadi" panose="020B0604020104020204" pitchFamily="34" charset="0"/>
              </a:rPr>
              <a:t>Zasady symulacji:</a:t>
            </a:r>
          </a:p>
          <a:p>
            <a:pPr marL="720000" lvl="2" indent="0">
              <a:lnSpc>
                <a:spcPct val="90000"/>
              </a:lnSpc>
              <a:buNone/>
            </a:pPr>
            <a:r>
              <a:rPr lang="pl-PL" dirty="0">
                <a:latin typeface="Abadi" panose="020B0604020104020204" pitchFamily="34" charset="0"/>
              </a:rPr>
              <a:t>(A → AB), (B → A)</a:t>
            </a:r>
          </a:p>
          <a:p>
            <a:pPr marL="494100" indent="-457200">
              <a:lnSpc>
                <a:spcPct val="90000"/>
              </a:lnSpc>
              <a:buFont typeface="+mj-lt"/>
              <a:buAutoNum type="arabicPeriod"/>
            </a:pPr>
            <a:r>
              <a:rPr lang="pl-PL" b="1" dirty="0">
                <a:latin typeface="Abadi" panose="020B0604020104020204" pitchFamily="34" charset="0"/>
              </a:rPr>
              <a:t>Wizualizacja</a:t>
            </a:r>
            <a:r>
              <a:rPr lang="pl-PL" dirty="0">
                <a:latin typeface="Abadi" panose="020B0604020104020204" pitchFamily="34" charset="0"/>
              </a:rPr>
              <a:t> - Program tworzy wizualizację wyników w formie graficznej.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43F4E5-5E87-673B-91F8-12CC1A32C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32" y="380159"/>
            <a:ext cx="7765322" cy="1195747"/>
          </a:xfrm>
        </p:spPr>
        <p:txBody>
          <a:bodyPr/>
          <a:lstStyle/>
          <a:p>
            <a:pPr marL="36900" indent="0" algn="ctr">
              <a:buNone/>
            </a:pPr>
            <a:r>
              <a:rPr lang="pl-PL" dirty="0">
                <a:latin typeface="Abadi" panose="020B0604020104020204" pitchFamily="34" charset="0"/>
              </a:rPr>
              <a:t>Po uruchomieniu programu wyświetlają się odczytane dane z pliku config.txt, oraz pytanie czy wyświetlić w konsoli dane wyjściowe symulacji (domyślnie wyświetla).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759BF3C-FAA5-256B-7660-CD664E7B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68" y="1560229"/>
            <a:ext cx="6318250" cy="49898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62D9E8A-CEF5-0652-6D2B-0F58EFD5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325" y="5158903"/>
            <a:ext cx="4197350" cy="131893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0E3188B5-E7C9-B55C-9A2A-F305B1830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048" y="2812268"/>
            <a:ext cx="5481361" cy="1233464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BE2049E2-1C48-2FBE-1760-DB9890F0F8B4}"/>
              </a:ext>
            </a:extLst>
          </p:cNvPr>
          <p:cNvSpPr txBox="1"/>
          <p:nvPr/>
        </p:nvSpPr>
        <p:spPr>
          <a:xfrm>
            <a:off x="1816717" y="2448199"/>
            <a:ext cx="6692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Po wybraniu n program od razu informuje nas o zakończeniu działania: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AEC441E-44B3-F4B9-7540-8BDA890CECFD}"/>
              </a:ext>
            </a:extLst>
          </p:cNvPr>
          <p:cNvSpPr txBox="1"/>
          <p:nvPr/>
        </p:nvSpPr>
        <p:spPr>
          <a:xfrm>
            <a:off x="883104" y="4613336"/>
            <a:ext cx="7689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Po wybraniu t (lub czegokolwiek innego niż n) program wyświetla dane wyjściowe po czym informuje nas o zakończeniu działania:</a:t>
            </a:r>
          </a:p>
        </p:txBody>
      </p:sp>
    </p:spTree>
    <p:extLst>
      <p:ext uri="{BB962C8B-B14F-4D97-AF65-F5344CB8AC3E}">
        <p14:creationId xmlns:p14="http://schemas.microsoft.com/office/powerpoint/2010/main" val="410957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251299-3EBC-A4E8-E437-1E61E7A5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Abadi" panose="020B0604020104020204" pitchFamily="34" charset="0"/>
              </a:rPr>
              <a:t>Przykłady użycia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528B5D7-DFC5-80BC-95C2-9A1A1C2CF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346" y="1580050"/>
            <a:ext cx="7764463" cy="1424368"/>
          </a:xfrm>
        </p:spPr>
      </p:pic>
      <p:pic>
        <p:nvPicPr>
          <p:cNvPr id="7" name="Obraz 6" descr="Obraz zawierający design&#10;&#10;Opis wygenerowany automatycznie przy średnim poziomie pewności">
            <a:extLst>
              <a:ext uri="{FF2B5EF4-FFF2-40B4-BE49-F238E27FC236}">
                <a16:creationId xmlns:a16="http://schemas.microsoft.com/office/drawing/2014/main" id="{4BEA5141-7C29-78A3-C416-BCC6CB197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21" y="3193249"/>
            <a:ext cx="1563236" cy="1563236"/>
          </a:xfrm>
          <a:prstGeom prst="rect">
            <a:avLst/>
          </a:prstGeom>
        </p:spPr>
      </p:pic>
      <p:pic>
        <p:nvPicPr>
          <p:cNvPr id="9" name="Obraz 8" descr="Obraz zawierający Wielobarwność, zrzut ekranu, design&#10;&#10;Opis wygenerowany automatycznie">
            <a:extLst>
              <a:ext uri="{FF2B5EF4-FFF2-40B4-BE49-F238E27FC236}">
                <a16:creationId xmlns:a16="http://schemas.microsoft.com/office/drawing/2014/main" id="{17C5727D-B912-AC5C-F737-90F611A06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479" y="3193254"/>
            <a:ext cx="1563236" cy="1563236"/>
          </a:xfrm>
          <a:prstGeom prst="rect">
            <a:avLst/>
          </a:prstGeom>
        </p:spPr>
      </p:pic>
      <p:pic>
        <p:nvPicPr>
          <p:cNvPr id="11" name="Obraz 10" descr="Obraz zawierający Wielobarwność&#10;&#10;Opis wygenerowany automatycznie">
            <a:extLst>
              <a:ext uri="{FF2B5EF4-FFF2-40B4-BE49-F238E27FC236}">
                <a16:creationId xmlns:a16="http://schemas.microsoft.com/office/drawing/2014/main" id="{7FA2B484-AD78-F4BE-F023-5A1B6B754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2038" y="3193251"/>
            <a:ext cx="1563234" cy="1563234"/>
          </a:xfrm>
          <a:prstGeom prst="rect">
            <a:avLst/>
          </a:prstGeom>
        </p:spPr>
      </p:pic>
      <p:pic>
        <p:nvPicPr>
          <p:cNvPr id="13" name="Obraz 12" descr="Obraz zawierający Wielobarwność&#10;&#10;Opis wygenerowany automatycznie">
            <a:extLst>
              <a:ext uri="{FF2B5EF4-FFF2-40B4-BE49-F238E27FC236}">
                <a16:creationId xmlns:a16="http://schemas.microsoft.com/office/drawing/2014/main" id="{B7741584-0550-B360-13EE-601EE3D0C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1596" y="3193254"/>
            <a:ext cx="1563235" cy="1563235"/>
          </a:xfrm>
          <a:prstGeom prst="rect">
            <a:avLst/>
          </a:prstGeom>
        </p:spPr>
      </p:pic>
      <p:pic>
        <p:nvPicPr>
          <p:cNvPr id="15" name="Obraz 14" descr="Obraz zawierający linia, Wielobarwność&#10;&#10;Opis wygenerowany automatycznie">
            <a:extLst>
              <a:ext uri="{FF2B5EF4-FFF2-40B4-BE49-F238E27FC236}">
                <a16:creationId xmlns:a16="http://schemas.microsoft.com/office/drawing/2014/main" id="{ED68E6FB-E2A9-C47B-7018-20EF3E0CDD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1153" y="3193254"/>
            <a:ext cx="1563234" cy="1563234"/>
          </a:xfrm>
          <a:prstGeom prst="rect">
            <a:avLst/>
          </a:prstGeom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963A015-B34D-42F6-40DF-3E26975757DA}"/>
              </a:ext>
            </a:extLst>
          </p:cNvPr>
          <p:cNvSpPr txBox="1"/>
          <p:nvPr/>
        </p:nvSpPr>
        <p:spPr>
          <a:xfrm>
            <a:off x="507711" y="4734691"/>
            <a:ext cx="853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0: A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299770C-52CF-EA24-86B6-74BB3F70E33A}"/>
              </a:ext>
            </a:extLst>
          </p:cNvPr>
          <p:cNvSpPr txBox="1"/>
          <p:nvPr/>
        </p:nvSpPr>
        <p:spPr>
          <a:xfrm>
            <a:off x="2323020" y="4756490"/>
            <a:ext cx="946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1: AB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A998BE0B-BC80-6CF2-6720-9FEBA7FB7C99}"/>
              </a:ext>
            </a:extLst>
          </p:cNvPr>
          <p:cNvSpPr txBox="1"/>
          <p:nvPr/>
        </p:nvSpPr>
        <p:spPr>
          <a:xfrm>
            <a:off x="4070390" y="4753451"/>
            <a:ext cx="104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2: ABA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622E37BA-4C1C-061E-13AD-57162A8EDC1C}"/>
              </a:ext>
            </a:extLst>
          </p:cNvPr>
          <p:cNvSpPr txBox="1"/>
          <p:nvPr/>
        </p:nvSpPr>
        <p:spPr>
          <a:xfrm>
            <a:off x="5748333" y="4756485"/>
            <a:ext cx="1352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3: ABAAB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344A72C-C324-8E93-7A8A-36B3B6394C6D}"/>
              </a:ext>
            </a:extLst>
          </p:cNvPr>
          <p:cNvSpPr txBox="1"/>
          <p:nvPr/>
        </p:nvSpPr>
        <p:spPr>
          <a:xfrm>
            <a:off x="7473946" y="4756490"/>
            <a:ext cx="167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4: ABAABABA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B302DBD-FE20-F220-FBDD-73979FAE6773}"/>
              </a:ext>
            </a:extLst>
          </p:cNvPr>
          <p:cNvSpPr txBox="1"/>
          <p:nvPr/>
        </p:nvSpPr>
        <p:spPr>
          <a:xfrm>
            <a:off x="279304" y="5254750"/>
            <a:ext cx="3949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latin typeface="Abadi" panose="020B0604020104020204" pitchFamily="34" charset="0"/>
              </a:rPr>
              <a:t>Zawartość pliku glonyOutput.txt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0: A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1: AB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2: ABA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3: ABAAB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4: ABAABABA</a:t>
            </a:r>
          </a:p>
        </p:txBody>
      </p:sp>
    </p:spTree>
    <p:extLst>
      <p:ext uri="{BB962C8B-B14F-4D97-AF65-F5344CB8AC3E}">
        <p14:creationId xmlns:p14="http://schemas.microsoft.com/office/powerpoint/2010/main" val="58806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251299-3EBC-A4E8-E437-1E61E7A5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Abadi" panose="020B0604020104020204" pitchFamily="34" charset="0"/>
              </a:rPr>
              <a:t>Przykłady użycia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963A015-B34D-42F6-40DF-3E26975757DA}"/>
              </a:ext>
            </a:extLst>
          </p:cNvPr>
          <p:cNvSpPr txBox="1"/>
          <p:nvPr/>
        </p:nvSpPr>
        <p:spPr>
          <a:xfrm>
            <a:off x="618482" y="4734691"/>
            <a:ext cx="853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0: A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299770C-52CF-EA24-86B6-74BB3F70E33A}"/>
              </a:ext>
            </a:extLst>
          </p:cNvPr>
          <p:cNvSpPr txBox="1"/>
          <p:nvPr/>
        </p:nvSpPr>
        <p:spPr>
          <a:xfrm>
            <a:off x="2608268" y="4756490"/>
            <a:ext cx="946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1: AB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A998BE0B-BC80-6CF2-6720-9FEBA7FB7C99}"/>
              </a:ext>
            </a:extLst>
          </p:cNvPr>
          <p:cNvSpPr txBox="1"/>
          <p:nvPr/>
        </p:nvSpPr>
        <p:spPr>
          <a:xfrm>
            <a:off x="4715910" y="4753451"/>
            <a:ext cx="104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2: ABA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622E37BA-4C1C-061E-13AD-57162A8EDC1C}"/>
              </a:ext>
            </a:extLst>
          </p:cNvPr>
          <p:cNvSpPr txBox="1"/>
          <p:nvPr/>
        </p:nvSpPr>
        <p:spPr>
          <a:xfrm>
            <a:off x="6775229" y="4756490"/>
            <a:ext cx="1352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Abadi" panose="020B0604020104020204" pitchFamily="34" charset="0"/>
              </a:rPr>
              <a:t>n = 3: ABAAB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B302DBD-FE20-F220-FBDD-73979FAE6773}"/>
              </a:ext>
            </a:extLst>
          </p:cNvPr>
          <p:cNvSpPr txBox="1"/>
          <p:nvPr/>
        </p:nvSpPr>
        <p:spPr>
          <a:xfrm>
            <a:off x="279304" y="5254750"/>
            <a:ext cx="39497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latin typeface="Abadi" panose="020B0604020104020204" pitchFamily="34" charset="0"/>
              </a:rPr>
              <a:t>Zawartość pliku glonyOutput.txt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0: A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1: AB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2: ABA</a:t>
            </a:r>
          </a:p>
          <a:p>
            <a:r>
              <a:rPr lang="pt-BR" sz="1600" dirty="0">
                <a:latin typeface="Abadi" panose="020B0604020104020204" pitchFamily="34" charset="0"/>
              </a:rPr>
              <a:t>n = 3: ABAAB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0AD9FAB-4099-DC5F-9317-261E0009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63" y="1558286"/>
            <a:ext cx="7827825" cy="1441441"/>
          </a:xfrm>
          <a:prstGeom prst="rect">
            <a:avLst/>
          </a:prstGeom>
        </p:spPr>
      </p:pic>
      <p:pic>
        <p:nvPicPr>
          <p:cNvPr id="22" name="Obraz 21" descr="Obraz zawierający Wielobarwność&#10;&#10;Opis wygenerowany automatycznie">
            <a:extLst>
              <a:ext uri="{FF2B5EF4-FFF2-40B4-BE49-F238E27FC236}">
                <a16:creationId xmlns:a16="http://schemas.microsoft.com/office/drawing/2014/main" id="{52C351E9-CE57-B557-3535-BC2AB30F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0" y="3109607"/>
            <a:ext cx="1618810" cy="1618810"/>
          </a:xfrm>
          <a:prstGeom prst="rect">
            <a:avLst/>
          </a:prstGeom>
        </p:spPr>
      </p:pic>
      <p:pic>
        <p:nvPicPr>
          <p:cNvPr id="24" name="Obraz 23" descr="Obraz zawierający design&#10;&#10;Opis wygenerowany automatycznie przy średnim poziomie pewności">
            <a:extLst>
              <a:ext uri="{FF2B5EF4-FFF2-40B4-BE49-F238E27FC236}">
                <a16:creationId xmlns:a16="http://schemas.microsoft.com/office/drawing/2014/main" id="{999546F8-D2D4-67E7-AE85-842D64B36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26" y="3109607"/>
            <a:ext cx="971666" cy="1619443"/>
          </a:xfrm>
          <a:prstGeom prst="rect">
            <a:avLst/>
          </a:prstGeom>
        </p:spPr>
      </p:pic>
      <p:pic>
        <p:nvPicPr>
          <p:cNvPr id="26" name="Obraz 25" descr="Obraz zawierający Wielobarwność, design&#10;&#10;Opis wygenerowany automatycznie">
            <a:extLst>
              <a:ext uri="{FF2B5EF4-FFF2-40B4-BE49-F238E27FC236}">
                <a16:creationId xmlns:a16="http://schemas.microsoft.com/office/drawing/2014/main" id="{52966F4B-F8C5-AA85-3E64-163369409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8" y="3108974"/>
            <a:ext cx="1133610" cy="1619443"/>
          </a:xfrm>
          <a:prstGeom prst="rect">
            <a:avLst/>
          </a:prstGeom>
        </p:spPr>
      </p:pic>
      <p:pic>
        <p:nvPicPr>
          <p:cNvPr id="28" name="Obraz 27" descr="Obraz zawierający Wielobarwność&#10;&#10;Opis wygenerowany automatycznie">
            <a:extLst>
              <a:ext uri="{FF2B5EF4-FFF2-40B4-BE49-F238E27FC236}">
                <a16:creationId xmlns:a16="http://schemas.microsoft.com/office/drawing/2014/main" id="{0593198C-2AEE-4FEF-7111-3BA82F18D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654" y="3120887"/>
            <a:ext cx="1291043" cy="161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6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4483554" cy="1329596"/>
          </a:xfrm>
        </p:spPr>
        <p:txBody>
          <a:bodyPr>
            <a:normAutofit/>
          </a:bodyPr>
          <a:lstStyle/>
          <a:p>
            <a:r>
              <a:rPr lang="pl-PL" sz="3700" dirty="0">
                <a:latin typeface="Abadi" panose="020B0604020104020204" pitchFamily="34" charset="0"/>
              </a:rPr>
              <a:t>4. Lista dodatkowych bibliotek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127623"/>
            <a:ext cx="4483554" cy="3567225"/>
          </a:xfrm>
        </p:spPr>
        <p:txBody>
          <a:bodyPr anchor="ctr">
            <a:normAutofit/>
          </a:bodyPr>
          <a:lstStyle/>
          <a:p>
            <a:r>
              <a:rPr sz="1800" dirty="0">
                <a:latin typeface="Abadi" panose="020B0604020104020204" pitchFamily="34" charset="0"/>
              </a:rPr>
              <a:t>&lt;</a:t>
            </a:r>
            <a:r>
              <a:rPr sz="1800" dirty="0" err="1">
                <a:latin typeface="Abadi" panose="020B0604020104020204" pitchFamily="34" charset="0"/>
              </a:rPr>
              <a:t>stdio.h</a:t>
            </a:r>
            <a:r>
              <a:rPr sz="1800" dirty="0">
                <a:latin typeface="Abadi" panose="020B0604020104020204" pitchFamily="34" charset="0"/>
              </a:rPr>
              <a:t>&gt;: </a:t>
            </a:r>
            <a:r>
              <a:rPr sz="1800" dirty="0" err="1">
                <a:latin typeface="Abadi" panose="020B0604020104020204" pitchFamily="34" charset="0"/>
              </a:rPr>
              <a:t>Operacje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wejścia</a:t>
            </a:r>
            <a:r>
              <a:rPr sz="1800" dirty="0">
                <a:latin typeface="Abadi" panose="020B0604020104020204" pitchFamily="34" charset="0"/>
              </a:rPr>
              <a:t>/</a:t>
            </a:r>
            <a:r>
              <a:rPr sz="1800" dirty="0" err="1">
                <a:latin typeface="Abadi" panose="020B0604020104020204" pitchFamily="34" charset="0"/>
              </a:rPr>
              <a:t>wyjścia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i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tworzenie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plików</a:t>
            </a:r>
            <a:r>
              <a:rPr sz="1800" dirty="0">
                <a:latin typeface="Abadi" panose="020B0604020104020204" pitchFamily="34" charset="0"/>
              </a:rPr>
              <a:t>.</a:t>
            </a:r>
          </a:p>
          <a:p>
            <a:r>
              <a:rPr sz="1800" dirty="0">
                <a:latin typeface="Abadi" panose="020B0604020104020204" pitchFamily="34" charset="0"/>
              </a:rPr>
              <a:t>&lt;</a:t>
            </a:r>
            <a:r>
              <a:rPr sz="1800" dirty="0" err="1">
                <a:latin typeface="Abadi" panose="020B0604020104020204" pitchFamily="34" charset="0"/>
              </a:rPr>
              <a:t>stdlib.h</a:t>
            </a:r>
            <a:r>
              <a:rPr sz="1800" dirty="0">
                <a:latin typeface="Abadi" panose="020B0604020104020204" pitchFamily="34" charset="0"/>
              </a:rPr>
              <a:t>&gt;: </a:t>
            </a:r>
            <a:r>
              <a:rPr sz="1800" dirty="0" err="1">
                <a:latin typeface="Abadi" panose="020B0604020104020204" pitchFamily="34" charset="0"/>
              </a:rPr>
              <a:t>Zarządzanie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pamięcią</a:t>
            </a:r>
            <a:r>
              <a:rPr sz="1800" dirty="0">
                <a:latin typeface="Abadi" panose="020B0604020104020204" pitchFamily="34" charset="0"/>
              </a:rPr>
              <a:t>, </a:t>
            </a:r>
            <a:r>
              <a:rPr sz="1800" dirty="0" err="1">
                <a:latin typeface="Abadi" panose="020B0604020104020204" pitchFamily="34" charset="0"/>
              </a:rPr>
              <a:t>obsługa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środowiska</a:t>
            </a:r>
            <a:r>
              <a:rPr sz="1800" dirty="0">
                <a:latin typeface="Abadi" panose="020B0604020104020204" pitchFamily="34" charset="0"/>
              </a:rPr>
              <a:t>.</a:t>
            </a:r>
          </a:p>
          <a:p>
            <a:r>
              <a:rPr sz="1800" dirty="0">
                <a:latin typeface="Abadi" panose="020B0604020104020204" pitchFamily="34" charset="0"/>
              </a:rPr>
              <a:t>&lt;</a:t>
            </a:r>
            <a:r>
              <a:rPr sz="1800" dirty="0" err="1">
                <a:latin typeface="Abadi" panose="020B0604020104020204" pitchFamily="34" charset="0"/>
              </a:rPr>
              <a:t>string.h</a:t>
            </a:r>
            <a:r>
              <a:rPr sz="1800" dirty="0">
                <a:latin typeface="Abadi" panose="020B0604020104020204" pitchFamily="34" charset="0"/>
              </a:rPr>
              <a:t>&gt;: </a:t>
            </a:r>
            <a:r>
              <a:rPr sz="1800" dirty="0" err="1">
                <a:latin typeface="Abadi" panose="020B0604020104020204" pitchFamily="34" charset="0"/>
              </a:rPr>
              <a:t>Operacje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na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ciągach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znaków</a:t>
            </a:r>
            <a:r>
              <a:rPr sz="1800" dirty="0">
                <a:latin typeface="Abadi" panose="020B0604020104020204" pitchFamily="34" charset="0"/>
              </a:rPr>
              <a:t>.</a:t>
            </a:r>
          </a:p>
          <a:p>
            <a:r>
              <a:rPr sz="1800" dirty="0">
                <a:latin typeface="Abadi" panose="020B0604020104020204" pitchFamily="34" charset="0"/>
              </a:rPr>
              <a:t>&lt;</a:t>
            </a:r>
            <a:r>
              <a:rPr sz="1800" dirty="0" err="1">
                <a:latin typeface="Abadi" panose="020B0604020104020204" pitchFamily="34" charset="0"/>
              </a:rPr>
              <a:t>turtle.h</a:t>
            </a:r>
            <a:r>
              <a:rPr sz="1800" dirty="0">
                <a:latin typeface="Abadi" panose="020B0604020104020204" pitchFamily="34" charset="0"/>
              </a:rPr>
              <a:t>&gt;: </a:t>
            </a:r>
            <a:r>
              <a:rPr sz="1800" dirty="0" err="1">
                <a:latin typeface="Abadi" panose="020B0604020104020204" pitchFamily="34" charset="0"/>
              </a:rPr>
              <a:t>Generowanie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obrazków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wizualizujących</a:t>
            </a:r>
            <a:r>
              <a:rPr sz="1800" dirty="0">
                <a:latin typeface="Abadi" panose="020B0604020104020204" pitchFamily="34" charset="0"/>
              </a:rPr>
              <a:t> </a:t>
            </a:r>
            <a:r>
              <a:rPr sz="1800" dirty="0" err="1">
                <a:latin typeface="Abadi" panose="020B0604020104020204" pitchFamily="34" charset="0"/>
              </a:rPr>
              <a:t>symulacje</a:t>
            </a:r>
            <a:r>
              <a:rPr sz="1800" dirty="0">
                <a:latin typeface="Abadi" panose="020B0604020104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5424678" y="1"/>
            <a:ext cx="3719322" cy="6858000"/>
          </a:xfrm>
          <a:prstGeom prst="rect">
            <a:avLst/>
          </a:prstGeom>
        </p:spPr>
      </p:pic>
      <p:pic>
        <p:nvPicPr>
          <p:cNvPr id="7" name="Graphic 6" descr="Rozłączony">
            <a:extLst>
              <a:ext uri="{FF2B5EF4-FFF2-40B4-BE49-F238E27FC236}">
                <a16:creationId xmlns:a16="http://schemas.microsoft.com/office/drawing/2014/main" id="{856E6C01-1A81-D787-8665-50E0FBFA7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708" y="1696804"/>
            <a:ext cx="2996694" cy="29966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>
                <a:latin typeface="Abadi" panose="020B0604020104020204" pitchFamily="34" charset="0"/>
              </a:rPr>
              <a:t>5. Opis kompilacji i uruchomienia programu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1732450"/>
            <a:ext cx="8039100" cy="4058751"/>
          </a:xfrm>
        </p:spPr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pl-PL" sz="1800" b="1" dirty="0">
                <a:latin typeface="Abadi" panose="020B0604020104020204" pitchFamily="34" charset="0"/>
              </a:rPr>
              <a:t>Pobranie programu </a:t>
            </a:r>
            <a:r>
              <a:rPr lang="pl-PL" sz="1800" dirty="0">
                <a:latin typeface="Abadi" panose="020B0604020104020204" pitchFamily="34" charset="0"/>
              </a:rPr>
              <a:t>- pobierz i wypakuj pliki programu.</a:t>
            </a:r>
          </a:p>
          <a:p>
            <a:pPr marL="494100" indent="-457200">
              <a:buFont typeface="+mj-lt"/>
              <a:buAutoNum type="arabicPeriod"/>
            </a:pPr>
            <a:r>
              <a:rPr lang="pl-PL" sz="1800" b="1" dirty="0">
                <a:latin typeface="Abadi" panose="020B0604020104020204" pitchFamily="34" charset="0"/>
              </a:rPr>
              <a:t>Kompilacja programu </a:t>
            </a:r>
            <a:r>
              <a:rPr lang="pl-PL" sz="1800" dirty="0">
                <a:latin typeface="Abadi" panose="020B0604020104020204" pitchFamily="34" charset="0"/>
              </a:rPr>
              <a:t>- użyj kompilatora GCC do skompilowania programu.</a:t>
            </a:r>
          </a:p>
          <a:p>
            <a:pPr marL="494100" indent="-457200">
              <a:buFont typeface="+mj-lt"/>
              <a:buAutoNum type="arabicPeriod"/>
            </a:pPr>
            <a:endParaRPr lang="pl-PL" sz="1800" dirty="0">
              <a:latin typeface="Abadi" panose="020B0604020104020204" pitchFamily="34" charset="0"/>
            </a:endParaRPr>
          </a:p>
          <a:p>
            <a:pPr marL="494100" indent="-457200">
              <a:buFont typeface="+mj-lt"/>
              <a:buAutoNum type="arabicPeriod"/>
            </a:pPr>
            <a:endParaRPr lang="pl-PL" sz="1800" dirty="0">
              <a:latin typeface="Abadi" panose="020B0604020104020204" pitchFamily="34" charset="0"/>
            </a:endParaRPr>
          </a:p>
          <a:p>
            <a:pPr marL="494100" indent="-457200">
              <a:buFont typeface="+mj-lt"/>
              <a:buAutoNum type="arabicPeriod"/>
            </a:pPr>
            <a:r>
              <a:rPr lang="pl-PL" sz="1800" b="1" dirty="0">
                <a:latin typeface="Abadi" panose="020B0604020104020204" pitchFamily="34" charset="0"/>
              </a:rPr>
              <a:t>Uruchomienie programu  </a:t>
            </a:r>
            <a:r>
              <a:rPr lang="pl-PL" sz="1800" dirty="0">
                <a:latin typeface="Abadi" panose="020B0604020104020204" pitchFamily="34" charset="0"/>
              </a:rPr>
              <a:t>- Możesz już uruchomić skompilowany plik wykonywalny programu symulacjaGlonow.exe. Upewnij się, że plik config.txt znajduje się w tym samym katalogu co plik wykonywalny programu.</a:t>
            </a:r>
          </a:p>
          <a:p>
            <a:pPr marL="494100" indent="-457200">
              <a:buFont typeface="+mj-lt"/>
              <a:buAutoNum type="arabicPeriod"/>
            </a:pPr>
            <a:endParaRPr lang="pl-PL" sz="1800" dirty="0">
              <a:latin typeface="Abadi" panose="020B060402010402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0B85919-38F4-207F-4850-91BEC96FB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85" y="2597138"/>
            <a:ext cx="6267829" cy="6703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Dziękuję za uwagę!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Łupek">
  <a:themeElements>
    <a:clrScheme name="Łupek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Łupek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Łupek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ED42DF-165C-44FD-97EC-C19ACA9B03A4}">
  <we:reference id="wa200005566" version="3.0.0.2" store="pl-PL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TM04033929[[fn=Łupek]]</Template>
  <TotalTime>110</TotalTime>
  <Words>620</Words>
  <Application>Microsoft Office PowerPoint</Application>
  <PresentationFormat>Pokaz na ekranie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Abadi</vt:lpstr>
      <vt:lpstr>Arial</vt:lpstr>
      <vt:lpstr>Calisto MT</vt:lpstr>
      <vt:lpstr>Wingdings 2</vt:lpstr>
      <vt:lpstr>Łupek</vt:lpstr>
      <vt:lpstr>Program do Symulacji Rozrostu Glonów z użyciem L-Systemu</vt:lpstr>
      <vt:lpstr>1. Definicja problemu badawczego</vt:lpstr>
      <vt:lpstr>2. Rozwiązanie problemu</vt:lpstr>
      <vt:lpstr>Parametry, niezawodność, przyjazność</vt:lpstr>
      <vt:lpstr>3. Przykład użycia</vt:lpstr>
      <vt:lpstr>Kroki działania programu</vt:lpstr>
      <vt:lpstr>Prezentacja programu PowerPoint</vt:lpstr>
      <vt:lpstr>Przykłady użycia</vt:lpstr>
      <vt:lpstr>Przykłady użycia</vt:lpstr>
      <vt:lpstr>4. Lista dodatkowych bibliotek</vt:lpstr>
      <vt:lpstr>5. Opis kompilacji i uruchomienia programu</vt:lpstr>
      <vt:lpstr>Dziękuję za uwagę!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do Symulacji Rozrostu Glonów z użyciem L-Systemu</dc:title>
  <dc:subject/>
  <dc:creator>kamil</dc:creator>
  <cp:keywords/>
  <dc:description>generated using python-pptx</dc:description>
  <cp:lastModifiedBy>Kamil Żak</cp:lastModifiedBy>
  <cp:revision>13</cp:revision>
  <dcterms:created xsi:type="dcterms:W3CDTF">2013-01-27T09:14:16Z</dcterms:created>
  <dcterms:modified xsi:type="dcterms:W3CDTF">2024-05-27T10:46:55Z</dcterms:modified>
  <cp:category/>
</cp:coreProperties>
</file>